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18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E4A7D2-2FAA-4949-ADFF-C828FB5A6E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138AAD9-E266-4136-A808-1945B84CE58A}">
      <dgm:prSet/>
      <dgm:spPr/>
      <dgm:t>
        <a:bodyPr/>
        <a:lstStyle/>
        <a:p>
          <a:r>
            <a:rPr lang="en-US"/>
            <a:t>Develop a full-stack e-commerce grocery application.</a:t>
          </a:r>
        </a:p>
      </dgm:t>
    </dgm:pt>
    <dgm:pt modelId="{3DC8F93A-18A6-488C-8A3E-84FB696F3907}" type="parTrans" cxnId="{54027D17-6C0A-4A55-A404-A057D2D9EB95}">
      <dgm:prSet/>
      <dgm:spPr/>
      <dgm:t>
        <a:bodyPr/>
        <a:lstStyle/>
        <a:p>
          <a:endParaRPr lang="en-US"/>
        </a:p>
      </dgm:t>
    </dgm:pt>
    <dgm:pt modelId="{18B74D32-0C85-4544-9F8C-C4721239FF11}" type="sibTrans" cxnId="{54027D17-6C0A-4A55-A404-A057D2D9EB95}">
      <dgm:prSet/>
      <dgm:spPr/>
      <dgm:t>
        <a:bodyPr/>
        <a:lstStyle/>
        <a:p>
          <a:endParaRPr lang="en-US"/>
        </a:p>
      </dgm:t>
    </dgm:pt>
    <dgm:pt modelId="{7B54D2D5-3DC9-45CD-B8C5-C273E448F12D}">
      <dgm:prSet/>
      <dgm:spPr/>
      <dgm:t>
        <a:bodyPr/>
        <a:lstStyle/>
        <a:p>
          <a:r>
            <a:rPr lang="en-US"/>
            <a:t>Implement secure authentication, product browsing, cart management, and checkout.</a:t>
          </a:r>
        </a:p>
      </dgm:t>
    </dgm:pt>
    <dgm:pt modelId="{F38246FC-943A-4E61-893D-15E3A864D68E}" type="parTrans" cxnId="{6A35225C-4040-4FC5-984C-EE8317A47F15}">
      <dgm:prSet/>
      <dgm:spPr/>
      <dgm:t>
        <a:bodyPr/>
        <a:lstStyle/>
        <a:p>
          <a:endParaRPr lang="en-US"/>
        </a:p>
      </dgm:t>
    </dgm:pt>
    <dgm:pt modelId="{91C19906-2252-471C-80FA-C46D6A0708E5}" type="sibTrans" cxnId="{6A35225C-4040-4FC5-984C-EE8317A47F15}">
      <dgm:prSet/>
      <dgm:spPr/>
      <dgm:t>
        <a:bodyPr/>
        <a:lstStyle/>
        <a:p>
          <a:endParaRPr lang="en-US"/>
        </a:p>
      </dgm:t>
    </dgm:pt>
    <dgm:pt modelId="{6AAB7A0B-BC63-4FC7-A4BD-760140DA2766}">
      <dgm:prSet/>
      <dgm:spPr/>
      <dgm:t>
        <a:bodyPr/>
        <a:lstStyle/>
        <a:p>
          <a:r>
            <a:rPr lang="en-US"/>
            <a:t>Validate APIs using Insomnia test collections (Required + Optional).</a:t>
          </a:r>
        </a:p>
      </dgm:t>
    </dgm:pt>
    <dgm:pt modelId="{BDCA024D-2D39-4166-8DF6-FEC9BB8B8C67}" type="parTrans" cxnId="{C48B9006-41D5-47AB-B7C7-1AEF556B180C}">
      <dgm:prSet/>
      <dgm:spPr/>
      <dgm:t>
        <a:bodyPr/>
        <a:lstStyle/>
        <a:p>
          <a:endParaRPr lang="en-US"/>
        </a:p>
      </dgm:t>
    </dgm:pt>
    <dgm:pt modelId="{2350D1CD-521C-4316-BDA0-F10681BE1541}" type="sibTrans" cxnId="{C48B9006-41D5-47AB-B7C7-1AEF556B180C}">
      <dgm:prSet/>
      <dgm:spPr/>
      <dgm:t>
        <a:bodyPr/>
        <a:lstStyle/>
        <a:p>
          <a:endParaRPr lang="en-US"/>
        </a:p>
      </dgm:t>
    </dgm:pt>
    <dgm:pt modelId="{FD0FFCC5-F625-4AF4-ACFD-66250C0425DC}" type="pres">
      <dgm:prSet presAssocID="{A6E4A7D2-2FAA-4949-ADFF-C828FB5A6E2B}" presName="root" presStyleCnt="0">
        <dgm:presLayoutVars>
          <dgm:dir/>
          <dgm:resizeHandles val="exact"/>
        </dgm:presLayoutVars>
      </dgm:prSet>
      <dgm:spPr/>
    </dgm:pt>
    <dgm:pt modelId="{4D3DBC19-3B58-4BBF-A22E-7A97AF1AB652}" type="pres">
      <dgm:prSet presAssocID="{C138AAD9-E266-4136-A808-1945B84CE58A}" presName="compNode" presStyleCnt="0"/>
      <dgm:spPr/>
    </dgm:pt>
    <dgm:pt modelId="{76776639-9F32-4216-9CE9-1C91F895F28A}" type="pres">
      <dgm:prSet presAssocID="{C138AAD9-E266-4136-A808-1945B84CE58A}" presName="bgRect" presStyleLbl="bgShp" presStyleIdx="0" presStyleCnt="3"/>
      <dgm:spPr/>
    </dgm:pt>
    <dgm:pt modelId="{8FA6FACE-DA17-4C60-AC4C-2C1D7DBA1218}" type="pres">
      <dgm:prSet presAssocID="{C138AAD9-E266-4136-A808-1945B84CE5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03E14C9C-E88F-4BA2-9879-54FE63EF6677}" type="pres">
      <dgm:prSet presAssocID="{C138AAD9-E266-4136-A808-1945B84CE58A}" presName="spaceRect" presStyleCnt="0"/>
      <dgm:spPr/>
    </dgm:pt>
    <dgm:pt modelId="{EF186CFC-472A-4825-BF7E-1D88C3F047EF}" type="pres">
      <dgm:prSet presAssocID="{C138AAD9-E266-4136-A808-1945B84CE58A}" presName="parTx" presStyleLbl="revTx" presStyleIdx="0" presStyleCnt="3">
        <dgm:presLayoutVars>
          <dgm:chMax val="0"/>
          <dgm:chPref val="0"/>
        </dgm:presLayoutVars>
      </dgm:prSet>
      <dgm:spPr/>
    </dgm:pt>
    <dgm:pt modelId="{9DD89D81-87B8-4235-9728-BF84A92EDFC4}" type="pres">
      <dgm:prSet presAssocID="{18B74D32-0C85-4544-9F8C-C4721239FF11}" presName="sibTrans" presStyleCnt="0"/>
      <dgm:spPr/>
    </dgm:pt>
    <dgm:pt modelId="{1005ED29-D88F-4784-BEBF-601411BB1328}" type="pres">
      <dgm:prSet presAssocID="{7B54D2D5-3DC9-45CD-B8C5-C273E448F12D}" presName="compNode" presStyleCnt="0"/>
      <dgm:spPr/>
    </dgm:pt>
    <dgm:pt modelId="{5565C3BD-239D-40A8-8C4C-A92EC96BBD4F}" type="pres">
      <dgm:prSet presAssocID="{7B54D2D5-3DC9-45CD-B8C5-C273E448F12D}" presName="bgRect" presStyleLbl="bgShp" presStyleIdx="1" presStyleCnt="3"/>
      <dgm:spPr/>
    </dgm:pt>
    <dgm:pt modelId="{FD5398C6-1933-49DB-9257-799E3B844049}" type="pres">
      <dgm:prSet presAssocID="{7B54D2D5-3DC9-45CD-B8C5-C273E448F1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A59EC80-FA8D-4F60-9D74-84A72447097C}" type="pres">
      <dgm:prSet presAssocID="{7B54D2D5-3DC9-45CD-B8C5-C273E448F12D}" presName="spaceRect" presStyleCnt="0"/>
      <dgm:spPr/>
    </dgm:pt>
    <dgm:pt modelId="{45761E0A-5578-42DB-BF66-8ADBF06E4291}" type="pres">
      <dgm:prSet presAssocID="{7B54D2D5-3DC9-45CD-B8C5-C273E448F12D}" presName="parTx" presStyleLbl="revTx" presStyleIdx="1" presStyleCnt="3">
        <dgm:presLayoutVars>
          <dgm:chMax val="0"/>
          <dgm:chPref val="0"/>
        </dgm:presLayoutVars>
      </dgm:prSet>
      <dgm:spPr/>
    </dgm:pt>
    <dgm:pt modelId="{B7C20DC9-8A36-4355-97A0-7589DA8DD83D}" type="pres">
      <dgm:prSet presAssocID="{91C19906-2252-471C-80FA-C46D6A0708E5}" presName="sibTrans" presStyleCnt="0"/>
      <dgm:spPr/>
    </dgm:pt>
    <dgm:pt modelId="{2AC100FE-8267-4B5E-9096-3971137546B6}" type="pres">
      <dgm:prSet presAssocID="{6AAB7A0B-BC63-4FC7-A4BD-760140DA2766}" presName="compNode" presStyleCnt="0"/>
      <dgm:spPr/>
    </dgm:pt>
    <dgm:pt modelId="{B64EEE45-F350-4052-8D3E-EE887F3DD722}" type="pres">
      <dgm:prSet presAssocID="{6AAB7A0B-BC63-4FC7-A4BD-760140DA2766}" presName="bgRect" presStyleLbl="bgShp" presStyleIdx="2" presStyleCnt="3"/>
      <dgm:spPr/>
    </dgm:pt>
    <dgm:pt modelId="{4A5F3561-5F30-417C-9D11-0546964D89D5}" type="pres">
      <dgm:prSet presAssocID="{6AAB7A0B-BC63-4FC7-A4BD-760140DA27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D091D03-194C-4E2A-AA62-84E26F8C1105}" type="pres">
      <dgm:prSet presAssocID="{6AAB7A0B-BC63-4FC7-A4BD-760140DA2766}" presName="spaceRect" presStyleCnt="0"/>
      <dgm:spPr/>
    </dgm:pt>
    <dgm:pt modelId="{6211634C-E12C-424F-95B5-C95B5DE3E145}" type="pres">
      <dgm:prSet presAssocID="{6AAB7A0B-BC63-4FC7-A4BD-760140DA276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48B9006-41D5-47AB-B7C7-1AEF556B180C}" srcId="{A6E4A7D2-2FAA-4949-ADFF-C828FB5A6E2B}" destId="{6AAB7A0B-BC63-4FC7-A4BD-760140DA2766}" srcOrd="2" destOrd="0" parTransId="{BDCA024D-2D39-4166-8DF6-FEC9BB8B8C67}" sibTransId="{2350D1CD-521C-4316-BDA0-F10681BE1541}"/>
    <dgm:cxn modelId="{CA6C9309-CE11-417F-8645-129ED071DB9D}" type="presOf" srcId="{A6E4A7D2-2FAA-4949-ADFF-C828FB5A6E2B}" destId="{FD0FFCC5-F625-4AF4-ACFD-66250C0425DC}" srcOrd="0" destOrd="0" presId="urn:microsoft.com/office/officeart/2018/2/layout/IconVerticalSolidList"/>
    <dgm:cxn modelId="{54027D17-6C0A-4A55-A404-A057D2D9EB95}" srcId="{A6E4A7D2-2FAA-4949-ADFF-C828FB5A6E2B}" destId="{C138AAD9-E266-4136-A808-1945B84CE58A}" srcOrd="0" destOrd="0" parTransId="{3DC8F93A-18A6-488C-8A3E-84FB696F3907}" sibTransId="{18B74D32-0C85-4544-9F8C-C4721239FF11}"/>
    <dgm:cxn modelId="{11E0BF29-9B99-44C6-B10C-0965AD613353}" type="presOf" srcId="{6AAB7A0B-BC63-4FC7-A4BD-760140DA2766}" destId="{6211634C-E12C-424F-95B5-C95B5DE3E145}" srcOrd="0" destOrd="0" presId="urn:microsoft.com/office/officeart/2018/2/layout/IconVerticalSolidList"/>
    <dgm:cxn modelId="{47B8B35B-68EE-4F5B-89A8-D2C6201E3F96}" type="presOf" srcId="{7B54D2D5-3DC9-45CD-B8C5-C273E448F12D}" destId="{45761E0A-5578-42DB-BF66-8ADBF06E4291}" srcOrd="0" destOrd="0" presId="urn:microsoft.com/office/officeart/2018/2/layout/IconVerticalSolidList"/>
    <dgm:cxn modelId="{6A35225C-4040-4FC5-984C-EE8317A47F15}" srcId="{A6E4A7D2-2FAA-4949-ADFF-C828FB5A6E2B}" destId="{7B54D2D5-3DC9-45CD-B8C5-C273E448F12D}" srcOrd="1" destOrd="0" parTransId="{F38246FC-943A-4E61-893D-15E3A864D68E}" sibTransId="{91C19906-2252-471C-80FA-C46D6A0708E5}"/>
    <dgm:cxn modelId="{A65621D4-5E79-452C-9F33-C9E529995129}" type="presOf" srcId="{C138AAD9-E266-4136-A808-1945B84CE58A}" destId="{EF186CFC-472A-4825-BF7E-1D88C3F047EF}" srcOrd="0" destOrd="0" presId="urn:microsoft.com/office/officeart/2018/2/layout/IconVerticalSolidList"/>
    <dgm:cxn modelId="{7DFC99D2-69E4-4034-8B46-6863DE15CD9B}" type="presParOf" srcId="{FD0FFCC5-F625-4AF4-ACFD-66250C0425DC}" destId="{4D3DBC19-3B58-4BBF-A22E-7A97AF1AB652}" srcOrd="0" destOrd="0" presId="urn:microsoft.com/office/officeart/2018/2/layout/IconVerticalSolidList"/>
    <dgm:cxn modelId="{48809230-DA33-4F38-87E2-DF993354299A}" type="presParOf" srcId="{4D3DBC19-3B58-4BBF-A22E-7A97AF1AB652}" destId="{76776639-9F32-4216-9CE9-1C91F895F28A}" srcOrd="0" destOrd="0" presId="urn:microsoft.com/office/officeart/2018/2/layout/IconVerticalSolidList"/>
    <dgm:cxn modelId="{CC24C32A-6C54-4AD9-91F1-D8B4B7E5319A}" type="presParOf" srcId="{4D3DBC19-3B58-4BBF-A22E-7A97AF1AB652}" destId="{8FA6FACE-DA17-4C60-AC4C-2C1D7DBA1218}" srcOrd="1" destOrd="0" presId="urn:microsoft.com/office/officeart/2018/2/layout/IconVerticalSolidList"/>
    <dgm:cxn modelId="{1613B8EE-3787-477C-8C67-ECFCD22763BB}" type="presParOf" srcId="{4D3DBC19-3B58-4BBF-A22E-7A97AF1AB652}" destId="{03E14C9C-E88F-4BA2-9879-54FE63EF6677}" srcOrd="2" destOrd="0" presId="urn:microsoft.com/office/officeart/2018/2/layout/IconVerticalSolidList"/>
    <dgm:cxn modelId="{4D35BEEC-4E34-4BB0-8B1C-34B5891D9D88}" type="presParOf" srcId="{4D3DBC19-3B58-4BBF-A22E-7A97AF1AB652}" destId="{EF186CFC-472A-4825-BF7E-1D88C3F047EF}" srcOrd="3" destOrd="0" presId="urn:microsoft.com/office/officeart/2018/2/layout/IconVerticalSolidList"/>
    <dgm:cxn modelId="{CE8DCEE1-A28E-406F-9D5A-382F90EC3B05}" type="presParOf" srcId="{FD0FFCC5-F625-4AF4-ACFD-66250C0425DC}" destId="{9DD89D81-87B8-4235-9728-BF84A92EDFC4}" srcOrd="1" destOrd="0" presId="urn:microsoft.com/office/officeart/2018/2/layout/IconVerticalSolidList"/>
    <dgm:cxn modelId="{8F98A49C-3534-4B46-87DF-D962C1D9019B}" type="presParOf" srcId="{FD0FFCC5-F625-4AF4-ACFD-66250C0425DC}" destId="{1005ED29-D88F-4784-BEBF-601411BB1328}" srcOrd="2" destOrd="0" presId="urn:microsoft.com/office/officeart/2018/2/layout/IconVerticalSolidList"/>
    <dgm:cxn modelId="{FA787EC2-B9FA-4971-A911-3EE3509EEDBB}" type="presParOf" srcId="{1005ED29-D88F-4784-BEBF-601411BB1328}" destId="{5565C3BD-239D-40A8-8C4C-A92EC96BBD4F}" srcOrd="0" destOrd="0" presId="urn:microsoft.com/office/officeart/2018/2/layout/IconVerticalSolidList"/>
    <dgm:cxn modelId="{6B4DF8C3-1651-44DC-9774-A0B27FEADBF9}" type="presParOf" srcId="{1005ED29-D88F-4784-BEBF-601411BB1328}" destId="{FD5398C6-1933-49DB-9257-799E3B844049}" srcOrd="1" destOrd="0" presId="urn:microsoft.com/office/officeart/2018/2/layout/IconVerticalSolidList"/>
    <dgm:cxn modelId="{68B71C46-F1D5-497C-AAB2-C9C584CBD31B}" type="presParOf" srcId="{1005ED29-D88F-4784-BEBF-601411BB1328}" destId="{DA59EC80-FA8D-4F60-9D74-84A72447097C}" srcOrd="2" destOrd="0" presId="urn:microsoft.com/office/officeart/2018/2/layout/IconVerticalSolidList"/>
    <dgm:cxn modelId="{9FC810F2-5319-46C8-8556-5680A2399F73}" type="presParOf" srcId="{1005ED29-D88F-4784-BEBF-601411BB1328}" destId="{45761E0A-5578-42DB-BF66-8ADBF06E4291}" srcOrd="3" destOrd="0" presId="urn:microsoft.com/office/officeart/2018/2/layout/IconVerticalSolidList"/>
    <dgm:cxn modelId="{1734E8B4-8803-4E9D-A20C-02566F916B4C}" type="presParOf" srcId="{FD0FFCC5-F625-4AF4-ACFD-66250C0425DC}" destId="{B7C20DC9-8A36-4355-97A0-7589DA8DD83D}" srcOrd="3" destOrd="0" presId="urn:microsoft.com/office/officeart/2018/2/layout/IconVerticalSolidList"/>
    <dgm:cxn modelId="{34FB1B64-575D-4349-878B-DF62A864AC94}" type="presParOf" srcId="{FD0FFCC5-F625-4AF4-ACFD-66250C0425DC}" destId="{2AC100FE-8267-4B5E-9096-3971137546B6}" srcOrd="4" destOrd="0" presId="urn:microsoft.com/office/officeart/2018/2/layout/IconVerticalSolidList"/>
    <dgm:cxn modelId="{A772564C-1E9E-4E39-8D45-EFBC899EE8A9}" type="presParOf" srcId="{2AC100FE-8267-4B5E-9096-3971137546B6}" destId="{B64EEE45-F350-4052-8D3E-EE887F3DD722}" srcOrd="0" destOrd="0" presId="urn:microsoft.com/office/officeart/2018/2/layout/IconVerticalSolidList"/>
    <dgm:cxn modelId="{AD438902-34B5-4746-B071-9E0239244912}" type="presParOf" srcId="{2AC100FE-8267-4B5E-9096-3971137546B6}" destId="{4A5F3561-5F30-417C-9D11-0546964D89D5}" srcOrd="1" destOrd="0" presId="urn:microsoft.com/office/officeart/2018/2/layout/IconVerticalSolidList"/>
    <dgm:cxn modelId="{200AE57A-D4C9-480C-95A6-C2105379DD2D}" type="presParOf" srcId="{2AC100FE-8267-4B5E-9096-3971137546B6}" destId="{2D091D03-194C-4E2A-AA62-84E26F8C1105}" srcOrd="2" destOrd="0" presId="urn:microsoft.com/office/officeart/2018/2/layout/IconVerticalSolidList"/>
    <dgm:cxn modelId="{BA0C780B-F0F3-4D36-8B10-79ECDD43412F}" type="presParOf" srcId="{2AC100FE-8267-4B5E-9096-3971137546B6}" destId="{6211634C-E12C-424F-95B5-C95B5DE3E1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D3EAFB-6033-436C-B7F9-A8D8B29853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E55268-52B0-495A-86DE-6AC8C85C1AF7}">
      <dgm:prSet/>
      <dgm:spPr/>
      <dgm:t>
        <a:bodyPr/>
        <a:lstStyle/>
        <a:p>
          <a:r>
            <a:rPr lang="en-US"/>
            <a:t>A grocery store represents a realistic e-commerce use case.</a:t>
          </a:r>
        </a:p>
      </dgm:t>
    </dgm:pt>
    <dgm:pt modelId="{67E2AE00-861D-4B85-9EFF-B8A9F4C2CEBE}" type="parTrans" cxnId="{869D39B7-5326-4130-96DF-D224F1EEB658}">
      <dgm:prSet/>
      <dgm:spPr/>
      <dgm:t>
        <a:bodyPr/>
        <a:lstStyle/>
        <a:p>
          <a:endParaRPr lang="en-US"/>
        </a:p>
      </dgm:t>
    </dgm:pt>
    <dgm:pt modelId="{B2B8DA4D-F8AC-4D4E-B7B0-6413B0C5C081}" type="sibTrans" cxnId="{869D39B7-5326-4130-96DF-D224F1EEB658}">
      <dgm:prSet/>
      <dgm:spPr/>
      <dgm:t>
        <a:bodyPr/>
        <a:lstStyle/>
        <a:p>
          <a:endParaRPr lang="en-US"/>
        </a:p>
      </dgm:t>
    </dgm:pt>
    <dgm:pt modelId="{948A3237-BCF8-4DB2-BC2A-6A433E1B5A96}">
      <dgm:prSet/>
      <dgm:spPr/>
      <dgm:t>
        <a:bodyPr/>
        <a:lstStyle/>
        <a:p>
          <a:r>
            <a:rPr lang="en-US"/>
            <a:t>It requires categories, product search/filtering, user accounts, and cart/checkout flows.</a:t>
          </a:r>
        </a:p>
      </dgm:t>
    </dgm:pt>
    <dgm:pt modelId="{B544D7CA-DD2D-496F-9D15-F4B16CA8540A}" type="parTrans" cxnId="{4910A254-B166-4E44-86D3-E031AEFDDCF0}">
      <dgm:prSet/>
      <dgm:spPr/>
      <dgm:t>
        <a:bodyPr/>
        <a:lstStyle/>
        <a:p>
          <a:endParaRPr lang="en-US"/>
        </a:p>
      </dgm:t>
    </dgm:pt>
    <dgm:pt modelId="{1FB24DB3-66D7-4BC9-B3F7-9335EC63AD27}" type="sibTrans" cxnId="{4910A254-B166-4E44-86D3-E031AEFDDCF0}">
      <dgm:prSet/>
      <dgm:spPr/>
      <dgm:t>
        <a:bodyPr/>
        <a:lstStyle/>
        <a:p>
          <a:endParaRPr lang="en-US"/>
        </a:p>
      </dgm:t>
    </dgm:pt>
    <dgm:pt modelId="{494F1E57-EDFA-4B6A-A21E-D219482268E8}">
      <dgm:prSet/>
      <dgm:spPr/>
      <dgm:t>
        <a:bodyPr/>
        <a:lstStyle/>
        <a:p>
          <a:r>
            <a:rPr lang="en-US"/>
            <a:t>It is suitable for demonstrating full-stack and API design skills.</a:t>
          </a:r>
        </a:p>
      </dgm:t>
    </dgm:pt>
    <dgm:pt modelId="{E03BF5AA-0DCD-4BC4-B162-15BFE0A474DD}" type="parTrans" cxnId="{02D21480-AFBE-404E-90F1-1AD282919675}">
      <dgm:prSet/>
      <dgm:spPr/>
      <dgm:t>
        <a:bodyPr/>
        <a:lstStyle/>
        <a:p>
          <a:endParaRPr lang="en-US"/>
        </a:p>
      </dgm:t>
    </dgm:pt>
    <dgm:pt modelId="{24CD1CED-796A-4BFB-89B8-5616A379D1C4}" type="sibTrans" cxnId="{02D21480-AFBE-404E-90F1-1AD282919675}">
      <dgm:prSet/>
      <dgm:spPr/>
      <dgm:t>
        <a:bodyPr/>
        <a:lstStyle/>
        <a:p>
          <a:endParaRPr lang="en-US"/>
        </a:p>
      </dgm:t>
    </dgm:pt>
    <dgm:pt modelId="{5FD68325-48F7-48AB-9E46-A90EFA06553E}" type="pres">
      <dgm:prSet presAssocID="{D5D3EAFB-6033-436C-B7F9-A8D8B29853B6}" presName="root" presStyleCnt="0">
        <dgm:presLayoutVars>
          <dgm:dir/>
          <dgm:resizeHandles val="exact"/>
        </dgm:presLayoutVars>
      </dgm:prSet>
      <dgm:spPr/>
    </dgm:pt>
    <dgm:pt modelId="{314F9B75-9F8A-4CF7-8641-E170AA4561FC}" type="pres">
      <dgm:prSet presAssocID="{D6E55268-52B0-495A-86DE-6AC8C85C1AF7}" presName="compNode" presStyleCnt="0"/>
      <dgm:spPr/>
    </dgm:pt>
    <dgm:pt modelId="{41CDFEF0-73DF-4EB7-BBE8-12F93547B69F}" type="pres">
      <dgm:prSet presAssocID="{D6E55268-52B0-495A-86DE-6AC8C85C1AF7}" presName="bgRect" presStyleLbl="bgShp" presStyleIdx="0" presStyleCnt="3"/>
      <dgm:spPr/>
    </dgm:pt>
    <dgm:pt modelId="{273B259A-E4E0-4DF4-B61C-6C04015064CC}" type="pres">
      <dgm:prSet presAssocID="{D6E55268-52B0-495A-86DE-6AC8C85C1A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15FF1616-B7DB-4CB2-B03C-B4C0115D1ACF}" type="pres">
      <dgm:prSet presAssocID="{D6E55268-52B0-495A-86DE-6AC8C85C1AF7}" presName="spaceRect" presStyleCnt="0"/>
      <dgm:spPr/>
    </dgm:pt>
    <dgm:pt modelId="{848C9644-5082-4CFE-AFC6-7DC8D09BD06F}" type="pres">
      <dgm:prSet presAssocID="{D6E55268-52B0-495A-86DE-6AC8C85C1AF7}" presName="parTx" presStyleLbl="revTx" presStyleIdx="0" presStyleCnt="3">
        <dgm:presLayoutVars>
          <dgm:chMax val="0"/>
          <dgm:chPref val="0"/>
        </dgm:presLayoutVars>
      </dgm:prSet>
      <dgm:spPr/>
    </dgm:pt>
    <dgm:pt modelId="{8CC220C3-11FC-452A-90BF-BD0D03BEDEF3}" type="pres">
      <dgm:prSet presAssocID="{B2B8DA4D-F8AC-4D4E-B7B0-6413B0C5C081}" presName="sibTrans" presStyleCnt="0"/>
      <dgm:spPr/>
    </dgm:pt>
    <dgm:pt modelId="{AF6DA2C9-990A-4294-8D98-53B6A69EEA77}" type="pres">
      <dgm:prSet presAssocID="{948A3237-BCF8-4DB2-BC2A-6A433E1B5A96}" presName="compNode" presStyleCnt="0"/>
      <dgm:spPr/>
    </dgm:pt>
    <dgm:pt modelId="{FA9A0399-A085-438C-8F37-44B03FB82A39}" type="pres">
      <dgm:prSet presAssocID="{948A3237-BCF8-4DB2-BC2A-6A433E1B5A96}" presName="bgRect" presStyleLbl="bgShp" presStyleIdx="1" presStyleCnt="3"/>
      <dgm:spPr/>
    </dgm:pt>
    <dgm:pt modelId="{E3280CAB-8CA2-4D61-91AE-900E10A7F703}" type="pres">
      <dgm:prSet presAssocID="{948A3237-BCF8-4DB2-BC2A-6A433E1B5A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A37AAE4-D6F2-4E39-B8AB-62E34081EDC8}" type="pres">
      <dgm:prSet presAssocID="{948A3237-BCF8-4DB2-BC2A-6A433E1B5A96}" presName="spaceRect" presStyleCnt="0"/>
      <dgm:spPr/>
    </dgm:pt>
    <dgm:pt modelId="{3389FED8-F2E9-45CB-BD4E-8DF360378AF3}" type="pres">
      <dgm:prSet presAssocID="{948A3237-BCF8-4DB2-BC2A-6A433E1B5A96}" presName="parTx" presStyleLbl="revTx" presStyleIdx="1" presStyleCnt="3">
        <dgm:presLayoutVars>
          <dgm:chMax val="0"/>
          <dgm:chPref val="0"/>
        </dgm:presLayoutVars>
      </dgm:prSet>
      <dgm:spPr/>
    </dgm:pt>
    <dgm:pt modelId="{3C0FCD5D-397F-41B2-A015-85D910A2721C}" type="pres">
      <dgm:prSet presAssocID="{1FB24DB3-66D7-4BC9-B3F7-9335EC63AD27}" presName="sibTrans" presStyleCnt="0"/>
      <dgm:spPr/>
    </dgm:pt>
    <dgm:pt modelId="{2C775A6F-BFDF-4994-9E2F-F2E092A40287}" type="pres">
      <dgm:prSet presAssocID="{494F1E57-EDFA-4B6A-A21E-D219482268E8}" presName="compNode" presStyleCnt="0"/>
      <dgm:spPr/>
    </dgm:pt>
    <dgm:pt modelId="{D4647DCE-8FC8-489E-90FC-B80062626AAB}" type="pres">
      <dgm:prSet presAssocID="{494F1E57-EDFA-4B6A-A21E-D219482268E8}" presName="bgRect" presStyleLbl="bgShp" presStyleIdx="2" presStyleCnt="3"/>
      <dgm:spPr/>
    </dgm:pt>
    <dgm:pt modelId="{43F73624-DD98-48B1-AD72-55530D9BB550}" type="pres">
      <dgm:prSet presAssocID="{494F1E57-EDFA-4B6A-A21E-D219482268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8D4837C-9FCE-4F8B-B1CE-33C70DFB8837}" type="pres">
      <dgm:prSet presAssocID="{494F1E57-EDFA-4B6A-A21E-D219482268E8}" presName="spaceRect" presStyleCnt="0"/>
      <dgm:spPr/>
    </dgm:pt>
    <dgm:pt modelId="{EDDD9D7F-2BA9-49EC-B5C9-9790D46AB2B6}" type="pres">
      <dgm:prSet presAssocID="{494F1E57-EDFA-4B6A-A21E-D219482268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FFDF33-10DD-4B7F-AC1D-FDF0AD9C2197}" type="presOf" srcId="{494F1E57-EDFA-4B6A-A21E-D219482268E8}" destId="{EDDD9D7F-2BA9-49EC-B5C9-9790D46AB2B6}" srcOrd="0" destOrd="0" presId="urn:microsoft.com/office/officeart/2018/2/layout/IconVerticalSolidList"/>
    <dgm:cxn modelId="{4910A254-B166-4E44-86D3-E031AEFDDCF0}" srcId="{D5D3EAFB-6033-436C-B7F9-A8D8B29853B6}" destId="{948A3237-BCF8-4DB2-BC2A-6A433E1B5A96}" srcOrd="1" destOrd="0" parTransId="{B544D7CA-DD2D-496F-9D15-F4B16CA8540A}" sibTransId="{1FB24DB3-66D7-4BC9-B3F7-9335EC63AD27}"/>
    <dgm:cxn modelId="{02D21480-AFBE-404E-90F1-1AD282919675}" srcId="{D5D3EAFB-6033-436C-B7F9-A8D8B29853B6}" destId="{494F1E57-EDFA-4B6A-A21E-D219482268E8}" srcOrd="2" destOrd="0" parTransId="{E03BF5AA-0DCD-4BC4-B162-15BFE0A474DD}" sibTransId="{24CD1CED-796A-4BFB-89B8-5616A379D1C4}"/>
    <dgm:cxn modelId="{869D39B7-5326-4130-96DF-D224F1EEB658}" srcId="{D5D3EAFB-6033-436C-B7F9-A8D8B29853B6}" destId="{D6E55268-52B0-495A-86DE-6AC8C85C1AF7}" srcOrd="0" destOrd="0" parTransId="{67E2AE00-861D-4B85-9EFF-B8A9F4C2CEBE}" sibTransId="{B2B8DA4D-F8AC-4D4E-B7B0-6413B0C5C081}"/>
    <dgm:cxn modelId="{F2E40FE2-A4A7-4EDD-9A1C-FE978A6FE02A}" type="presOf" srcId="{948A3237-BCF8-4DB2-BC2A-6A433E1B5A96}" destId="{3389FED8-F2E9-45CB-BD4E-8DF360378AF3}" srcOrd="0" destOrd="0" presId="urn:microsoft.com/office/officeart/2018/2/layout/IconVerticalSolidList"/>
    <dgm:cxn modelId="{B40E49E4-21F9-4C46-91CA-516F9696D9E8}" type="presOf" srcId="{D6E55268-52B0-495A-86DE-6AC8C85C1AF7}" destId="{848C9644-5082-4CFE-AFC6-7DC8D09BD06F}" srcOrd="0" destOrd="0" presId="urn:microsoft.com/office/officeart/2018/2/layout/IconVerticalSolidList"/>
    <dgm:cxn modelId="{844613E8-85BD-4A45-A33E-A525F45B2B21}" type="presOf" srcId="{D5D3EAFB-6033-436C-B7F9-A8D8B29853B6}" destId="{5FD68325-48F7-48AB-9E46-A90EFA06553E}" srcOrd="0" destOrd="0" presId="urn:microsoft.com/office/officeart/2018/2/layout/IconVerticalSolidList"/>
    <dgm:cxn modelId="{FA16BC02-4B7D-4B1B-B40E-ADFC12EECEED}" type="presParOf" srcId="{5FD68325-48F7-48AB-9E46-A90EFA06553E}" destId="{314F9B75-9F8A-4CF7-8641-E170AA4561FC}" srcOrd="0" destOrd="0" presId="urn:microsoft.com/office/officeart/2018/2/layout/IconVerticalSolidList"/>
    <dgm:cxn modelId="{41C14F4D-6D4E-407A-AB24-9D97E5DF0BF6}" type="presParOf" srcId="{314F9B75-9F8A-4CF7-8641-E170AA4561FC}" destId="{41CDFEF0-73DF-4EB7-BBE8-12F93547B69F}" srcOrd="0" destOrd="0" presId="urn:microsoft.com/office/officeart/2018/2/layout/IconVerticalSolidList"/>
    <dgm:cxn modelId="{6AE3527E-DD44-40BF-A2F0-98F2C21A7ECB}" type="presParOf" srcId="{314F9B75-9F8A-4CF7-8641-E170AA4561FC}" destId="{273B259A-E4E0-4DF4-B61C-6C04015064CC}" srcOrd="1" destOrd="0" presId="urn:microsoft.com/office/officeart/2018/2/layout/IconVerticalSolidList"/>
    <dgm:cxn modelId="{37AE37C8-4D13-4E9A-B194-E8143EA93B8E}" type="presParOf" srcId="{314F9B75-9F8A-4CF7-8641-E170AA4561FC}" destId="{15FF1616-B7DB-4CB2-B03C-B4C0115D1ACF}" srcOrd="2" destOrd="0" presId="urn:microsoft.com/office/officeart/2018/2/layout/IconVerticalSolidList"/>
    <dgm:cxn modelId="{E8AFB477-7532-4F35-91AD-4BC7CE0A53FD}" type="presParOf" srcId="{314F9B75-9F8A-4CF7-8641-E170AA4561FC}" destId="{848C9644-5082-4CFE-AFC6-7DC8D09BD06F}" srcOrd="3" destOrd="0" presId="urn:microsoft.com/office/officeart/2018/2/layout/IconVerticalSolidList"/>
    <dgm:cxn modelId="{EB453C8E-6A70-42C4-8434-82DBEED8D978}" type="presParOf" srcId="{5FD68325-48F7-48AB-9E46-A90EFA06553E}" destId="{8CC220C3-11FC-452A-90BF-BD0D03BEDEF3}" srcOrd="1" destOrd="0" presId="urn:microsoft.com/office/officeart/2018/2/layout/IconVerticalSolidList"/>
    <dgm:cxn modelId="{4CF15493-D4E4-4F5B-A301-C892B05C971E}" type="presParOf" srcId="{5FD68325-48F7-48AB-9E46-A90EFA06553E}" destId="{AF6DA2C9-990A-4294-8D98-53B6A69EEA77}" srcOrd="2" destOrd="0" presId="urn:microsoft.com/office/officeart/2018/2/layout/IconVerticalSolidList"/>
    <dgm:cxn modelId="{77215EC8-95A4-4AE0-8D72-40E330DDE813}" type="presParOf" srcId="{AF6DA2C9-990A-4294-8D98-53B6A69EEA77}" destId="{FA9A0399-A085-438C-8F37-44B03FB82A39}" srcOrd="0" destOrd="0" presId="urn:microsoft.com/office/officeart/2018/2/layout/IconVerticalSolidList"/>
    <dgm:cxn modelId="{4A00F57C-184D-49CF-8237-A6642E15F6DA}" type="presParOf" srcId="{AF6DA2C9-990A-4294-8D98-53B6A69EEA77}" destId="{E3280CAB-8CA2-4D61-91AE-900E10A7F703}" srcOrd="1" destOrd="0" presId="urn:microsoft.com/office/officeart/2018/2/layout/IconVerticalSolidList"/>
    <dgm:cxn modelId="{1461698E-EFA6-4B53-BA5F-5734CB1D9E2E}" type="presParOf" srcId="{AF6DA2C9-990A-4294-8D98-53B6A69EEA77}" destId="{FA37AAE4-D6F2-4E39-B8AB-62E34081EDC8}" srcOrd="2" destOrd="0" presId="urn:microsoft.com/office/officeart/2018/2/layout/IconVerticalSolidList"/>
    <dgm:cxn modelId="{DEECDC5B-BD46-46EA-AC12-B84FFB1B4041}" type="presParOf" srcId="{AF6DA2C9-990A-4294-8D98-53B6A69EEA77}" destId="{3389FED8-F2E9-45CB-BD4E-8DF360378AF3}" srcOrd="3" destOrd="0" presId="urn:microsoft.com/office/officeart/2018/2/layout/IconVerticalSolidList"/>
    <dgm:cxn modelId="{A1AFE444-92F6-437F-806D-877BB5140070}" type="presParOf" srcId="{5FD68325-48F7-48AB-9E46-A90EFA06553E}" destId="{3C0FCD5D-397F-41B2-A015-85D910A2721C}" srcOrd="3" destOrd="0" presId="urn:microsoft.com/office/officeart/2018/2/layout/IconVerticalSolidList"/>
    <dgm:cxn modelId="{F4F50916-5925-4BA7-8211-A82287F7443C}" type="presParOf" srcId="{5FD68325-48F7-48AB-9E46-A90EFA06553E}" destId="{2C775A6F-BFDF-4994-9E2F-F2E092A40287}" srcOrd="4" destOrd="0" presId="urn:microsoft.com/office/officeart/2018/2/layout/IconVerticalSolidList"/>
    <dgm:cxn modelId="{B50D094E-84E5-4544-961F-0EB770CC1D69}" type="presParOf" srcId="{2C775A6F-BFDF-4994-9E2F-F2E092A40287}" destId="{D4647DCE-8FC8-489E-90FC-B80062626AAB}" srcOrd="0" destOrd="0" presId="urn:microsoft.com/office/officeart/2018/2/layout/IconVerticalSolidList"/>
    <dgm:cxn modelId="{7A22FD0B-E17F-4463-B1FB-33A43E00CD1A}" type="presParOf" srcId="{2C775A6F-BFDF-4994-9E2F-F2E092A40287}" destId="{43F73624-DD98-48B1-AD72-55530D9BB550}" srcOrd="1" destOrd="0" presId="urn:microsoft.com/office/officeart/2018/2/layout/IconVerticalSolidList"/>
    <dgm:cxn modelId="{0F88031A-C5C7-4584-A3A0-FA4CE65EC1A2}" type="presParOf" srcId="{2C775A6F-BFDF-4994-9E2F-F2E092A40287}" destId="{C8D4837C-9FCE-4F8B-B1CE-33C70DFB8837}" srcOrd="2" destOrd="0" presId="urn:microsoft.com/office/officeart/2018/2/layout/IconVerticalSolidList"/>
    <dgm:cxn modelId="{B2EC3EDE-C2D4-4426-B3CD-257ED77C8B3F}" type="presParOf" srcId="{2C775A6F-BFDF-4994-9E2F-F2E092A40287}" destId="{EDDD9D7F-2BA9-49EC-B5C9-9790D46AB2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3D9014-D00E-42D8-B10E-853250A7D2F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A49C4DC-4B75-4E9A-B3CE-617DA1100E78}">
      <dgm:prSet/>
      <dgm:spPr/>
      <dgm:t>
        <a:bodyPr/>
        <a:lstStyle/>
        <a:p>
          <a:pPr>
            <a:defRPr cap="all"/>
          </a:pPr>
          <a:r>
            <a:rPr lang="en-US"/>
            <a:t>Frontend: HTML/CSS/JavaScript web client</a:t>
          </a:r>
        </a:p>
      </dgm:t>
    </dgm:pt>
    <dgm:pt modelId="{B31C97CE-C392-424C-BC5D-4C368EF56406}" type="parTrans" cxnId="{9EA4059A-7956-481B-BF3E-F2BD0D43CD6E}">
      <dgm:prSet/>
      <dgm:spPr/>
      <dgm:t>
        <a:bodyPr/>
        <a:lstStyle/>
        <a:p>
          <a:endParaRPr lang="en-US"/>
        </a:p>
      </dgm:t>
    </dgm:pt>
    <dgm:pt modelId="{A6F9F670-4160-49C7-98D2-AEB1785D34A0}" type="sibTrans" cxnId="{9EA4059A-7956-481B-BF3E-F2BD0D43CD6E}">
      <dgm:prSet/>
      <dgm:spPr/>
      <dgm:t>
        <a:bodyPr/>
        <a:lstStyle/>
        <a:p>
          <a:endParaRPr lang="en-US"/>
        </a:p>
      </dgm:t>
    </dgm:pt>
    <dgm:pt modelId="{E5D423D9-2C34-4742-8ACB-93556479D979}">
      <dgm:prSet/>
      <dgm:spPr/>
      <dgm:t>
        <a:bodyPr/>
        <a:lstStyle/>
        <a:p>
          <a:pPr>
            <a:defRPr cap="all"/>
          </a:pPr>
          <a:r>
            <a:rPr lang="en-US"/>
            <a:t>Backend: Spring Boot REST API (Java)</a:t>
          </a:r>
        </a:p>
      </dgm:t>
    </dgm:pt>
    <dgm:pt modelId="{015EBEBE-55E0-4D32-A0A9-5CF67425FA99}" type="parTrans" cxnId="{E1C3A91D-B19B-42BE-9183-47098EB6CF8B}">
      <dgm:prSet/>
      <dgm:spPr/>
      <dgm:t>
        <a:bodyPr/>
        <a:lstStyle/>
        <a:p>
          <a:endParaRPr lang="en-US"/>
        </a:p>
      </dgm:t>
    </dgm:pt>
    <dgm:pt modelId="{D68E2176-513B-49C6-A79F-8C514AC76580}" type="sibTrans" cxnId="{E1C3A91D-B19B-42BE-9183-47098EB6CF8B}">
      <dgm:prSet/>
      <dgm:spPr/>
      <dgm:t>
        <a:bodyPr/>
        <a:lstStyle/>
        <a:p>
          <a:endParaRPr lang="en-US"/>
        </a:p>
      </dgm:t>
    </dgm:pt>
    <dgm:pt modelId="{55DA19AE-EA33-47C4-9ED3-B4CB741A23E7}">
      <dgm:prSet/>
      <dgm:spPr/>
      <dgm:t>
        <a:bodyPr/>
        <a:lstStyle/>
        <a:p>
          <a:pPr>
            <a:defRPr cap="all"/>
          </a:pPr>
          <a:r>
            <a:rPr lang="en-US"/>
            <a:t>Database: MySQL (groceryapp)</a:t>
          </a:r>
        </a:p>
      </dgm:t>
    </dgm:pt>
    <dgm:pt modelId="{DA3DAD19-AD58-4C93-8D5D-DF59FF89ED91}" type="parTrans" cxnId="{21BCA888-ACC9-45C2-BB70-195349D2FCF6}">
      <dgm:prSet/>
      <dgm:spPr/>
      <dgm:t>
        <a:bodyPr/>
        <a:lstStyle/>
        <a:p>
          <a:endParaRPr lang="en-US"/>
        </a:p>
      </dgm:t>
    </dgm:pt>
    <dgm:pt modelId="{84BB914F-E2FF-45E2-A967-3B7E47057CB1}" type="sibTrans" cxnId="{21BCA888-ACC9-45C2-BB70-195349D2FCF6}">
      <dgm:prSet/>
      <dgm:spPr/>
      <dgm:t>
        <a:bodyPr/>
        <a:lstStyle/>
        <a:p>
          <a:endParaRPr lang="en-US"/>
        </a:p>
      </dgm:t>
    </dgm:pt>
    <dgm:pt modelId="{B7554A74-5E7E-41FB-BCDA-EAE6BF5C72B7}">
      <dgm:prSet/>
      <dgm:spPr/>
      <dgm:t>
        <a:bodyPr/>
        <a:lstStyle/>
        <a:p>
          <a:pPr>
            <a:defRPr cap="all"/>
          </a:pPr>
          <a:r>
            <a:rPr lang="en-US"/>
            <a:t>Security: JWT authentication with role-based authorization</a:t>
          </a:r>
        </a:p>
      </dgm:t>
    </dgm:pt>
    <dgm:pt modelId="{9CE5B784-88A3-4E5F-90EE-F36D7DC1B1A3}" type="parTrans" cxnId="{71696CF1-4E41-47FC-9A67-B8BAD17B0EBF}">
      <dgm:prSet/>
      <dgm:spPr/>
      <dgm:t>
        <a:bodyPr/>
        <a:lstStyle/>
        <a:p>
          <a:endParaRPr lang="en-US"/>
        </a:p>
      </dgm:t>
    </dgm:pt>
    <dgm:pt modelId="{7D14A7E2-78E3-4C1C-B4C2-0D703141197D}" type="sibTrans" cxnId="{71696CF1-4E41-47FC-9A67-B8BAD17B0EBF}">
      <dgm:prSet/>
      <dgm:spPr/>
      <dgm:t>
        <a:bodyPr/>
        <a:lstStyle/>
        <a:p>
          <a:endParaRPr lang="en-US"/>
        </a:p>
      </dgm:t>
    </dgm:pt>
    <dgm:pt modelId="{25C4FDF4-3C97-446F-BD09-ECD88EEE9F5F}" type="pres">
      <dgm:prSet presAssocID="{BF3D9014-D00E-42D8-B10E-853250A7D2FC}" presName="root" presStyleCnt="0">
        <dgm:presLayoutVars>
          <dgm:dir/>
          <dgm:resizeHandles val="exact"/>
        </dgm:presLayoutVars>
      </dgm:prSet>
      <dgm:spPr/>
    </dgm:pt>
    <dgm:pt modelId="{D788172C-7971-4D78-9533-4F82A0E05C82}" type="pres">
      <dgm:prSet presAssocID="{FA49C4DC-4B75-4E9A-B3CE-617DA1100E78}" presName="compNode" presStyleCnt="0"/>
      <dgm:spPr/>
    </dgm:pt>
    <dgm:pt modelId="{72BD5AB8-9055-4D7C-B63E-B206A2B7C074}" type="pres">
      <dgm:prSet presAssocID="{FA49C4DC-4B75-4E9A-B3CE-617DA1100E7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0E2A96F-9F78-4B6D-B6AA-F312C9A459CF}" type="pres">
      <dgm:prSet presAssocID="{FA49C4DC-4B75-4E9A-B3CE-617DA1100E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C9F968D-4356-423F-A666-7BE15C7F4AC1}" type="pres">
      <dgm:prSet presAssocID="{FA49C4DC-4B75-4E9A-B3CE-617DA1100E78}" presName="spaceRect" presStyleCnt="0"/>
      <dgm:spPr/>
    </dgm:pt>
    <dgm:pt modelId="{5630DBC8-B6A9-49C3-97EB-9806E13E2DD4}" type="pres">
      <dgm:prSet presAssocID="{FA49C4DC-4B75-4E9A-B3CE-617DA1100E78}" presName="textRect" presStyleLbl="revTx" presStyleIdx="0" presStyleCnt="4">
        <dgm:presLayoutVars>
          <dgm:chMax val="1"/>
          <dgm:chPref val="1"/>
        </dgm:presLayoutVars>
      </dgm:prSet>
      <dgm:spPr/>
    </dgm:pt>
    <dgm:pt modelId="{8CA92A32-DA9A-45F2-8BD2-716BB5325799}" type="pres">
      <dgm:prSet presAssocID="{A6F9F670-4160-49C7-98D2-AEB1785D34A0}" presName="sibTrans" presStyleCnt="0"/>
      <dgm:spPr/>
    </dgm:pt>
    <dgm:pt modelId="{5A6EF5D0-9E69-4692-B568-13EA81488B4F}" type="pres">
      <dgm:prSet presAssocID="{E5D423D9-2C34-4742-8ACB-93556479D979}" presName="compNode" presStyleCnt="0"/>
      <dgm:spPr/>
    </dgm:pt>
    <dgm:pt modelId="{3EBC681B-C698-4A15-A483-3B37DD5E2FB9}" type="pres">
      <dgm:prSet presAssocID="{E5D423D9-2C34-4742-8ACB-93556479D97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2D2CE5B-06D9-4C3D-9AFC-02F88656BCF9}" type="pres">
      <dgm:prSet presAssocID="{E5D423D9-2C34-4742-8ACB-93556479D9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7871A2A-0E7D-46B6-8F2D-D0207C3FFA6D}" type="pres">
      <dgm:prSet presAssocID="{E5D423D9-2C34-4742-8ACB-93556479D979}" presName="spaceRect" presStyleCnt="0"/>
      <dgm:spPr/>
    </dgm:pt>
    <dgm:pt modelId="{E27FC2BD-7BDD-4C53-927B-A37D73C2D4A3}" type="pres">
      <dgm:prSet presAssocID="{E5D423D9-2C34-4742-8ACB-93556479D979}" presName="textRect" presStyleLbl="revTx" presStyleIdx="1" presStyleCnt="4">
        <dgm:presLayoutVars>
          <dgm:chMax val="1"/>
          <dgm:chPref val="1"/>
        </dgm:presLayoutVars>
      </dgm:prSet>
      <dgm:spPr/>
    </dgm:pt>
    <dgm:pt modelId="{BFA94796-1EC6-4DFD-8A5D-A9E9FD7D638C}" type="pres">
      <dgm:prSet presAssocID="{D68E2176-513B-49C6-A79F-8C514AC76580}" presName="sibTrans" presStyleCnt="0"/>
      <dgm:spPr/>
    </dgm:pt>
    <dgm:pt modelId="{B8CE0B93-76DF-4A40-832C-D62C4F93C40F}" type="pres">
      <dgm:prSet presAssocID="{55DA19AE-EA33-47C4-9ED3-B4CB741A23E7}" presName="compNode" presStyleCnt="0"/>
      <dgm:spPr/>
    </dgm:pt>
    <dgm:pt modelId="{32D0C5E4-9E6D-44A0-84EE-08D9E9F82581}" type="pres">
      <dgm:prSet presAssocID="{55DA19AE-EA33-47C4-9ED3-B4CB741A23E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35D859C-4E57-46BE-BAC9-CA6581AA13E6}" type="pres">
      <dgm:prSet presAssocID="{55DA19AE-EA33-47C4-9ED3-B4CB741A23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65B20C-2D8E-4C01-962D-8F7207D340CD}" type="pres">
      <dgm:prSet presAssocID="{55DA19AE-EA33-47C4-9ED3-B4CB741A23E7}" presName="spaceRect" presStyleCnt="0"/>
      <dgm:spPr/>
    </dgm:pt>
    <dgm:pt modelId="{A6EF7B9A-E108-45D1-B9C8-4A5F48E190B1}" type="pres">
      <dgm:prSet presAssocID="{55DA19AE-EA33-47C4-9ED3-B4CB741A23E7}" presName="textRect" presStyleLbl="revTx" presStyleIdx="2" presStyleCnt="4">
        <dgm:presLayoutVars>
          <dgm:chMax val="1"/>
          <dgm:chPref val="1"/>
        </dgm:presLayoutVars>
      </dgm:prSet>
      <dgm:spPr/>
    </dgm:pt>
    <dgm:pt modelId="{4E237975-66D1-43C1-A5B4-90AF787AAAFB}" type="pres">
      <dgm:prSet presAssocID="{84BB914F-E2FF-45E2-A967-3B7E47057CB1}" presName="sibTrans" presStyleCnt="0"/>
      <dgm:spPr/>
    </dgm:pt>
    <dgm:pt modelId="{F72E0D93-CEB2-4AA6-857C-A95651ED26AB}" type="pres">
      <dgm:prSet presAssocID="{B7554A74-5E7E-41FB-BCDA-EAE6BF5C72B7}" presName="compNode" presStyleCnt="0"/>
      <dgm:spPr/>
    </dgm:pt>
    <dgm:pt modelId="{AAFC9445-840B-4B14-956C-F41AFB9CC4F9}" type="pres">
      <dgm:prSet presAssocID="{B7554A74-5E7E-41FB-BCDA-EAE6BF5C72B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AEB1238-183F-45BF-B29A-C567F26E1EB8}" type="pres">
      <dgm:prSet presAssocID="{B7554A74-5E7E-41FB-BCDA-EAE6BF5C72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922C78D-6C10-40FA-B9C7-5425BE34BA48}" type="pres">
      <dgm:prSet presAssocID="{B7554A74-5E7E-41FB-BCDA-EAE6BF5C72B7}" presName="spaceRect" presStyleCnt="0"/>
      <dgm:spPr/>
    </dgm:pt>
    <dgm:pt modelId="{92B8F06E-9ED8-44F3-ABAE-4433C6872559}" type="pres">
      <dgm:prSet presAssocID="{B7554A74-5E7E-41FB-BCDA-EAE6BF5C72B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087407-FE72-414A-8CB3-3A44D20D3355}" type="presOf" srcId="{BF3D9014-D00E-42D8-B10E-853250A7D2FC}" destId="{25C4FDF4-3C97-446F-BD09-ECD88EEE9F5F}" srcOrd="0" destOrd="0" presId="urn:microsoft.com/office/officeart/2018/5/layout/IconLeafLabelList"/>
    <dgm:cxn modelId="{E1C3A91D-B19B-42BE-9183-47098EB6CF8B}" srcId="{BF3D9014-D00E-42D8-B10E-853250A7D2FC}" destId="{E5D423D9-2C34-4742-8ACB-93556479D979}" srcOrd="1" destOrd="0" parTransId="{015EBEBE-55E0-4D32-A0A9-5CF67425FA99}" sibTransId="{D68E2176-513B-49C6-A79F-8C514AC76580}"/>
    <dgm:cxn modelId="{F4474020-AF0C-42E4-81DA-F720DE89C86E}" type="presOf" srcId="{B7554A74-5E7E-41FB-BCDA-EAE6BF5C72B7}" destId="{92B8F06E-9ED8-44F3-ABAE-4433C6872559}" srcOrd="0" destOrd="0" presId="urn:microsoft.com/office/officeart/2018/5/layout/IconLeafLabelList"/>
    <dgm:cxn modelId="{F237543A-ED02-4116-8A2C-A039E2B1A294}" type="presOf" srcId="{FA49C4DC-4B75-4E9A-B3CE-617DA1100E78}" destId="{5630DBC8-B6A9-49C3-97EB-9806E13E2DD4}" srcOrd="0" destOrd="0" presId="urn:microsoft.com/office/officeart/2018/5/layout/IconLeafLabelList"/>
    <dgm:cxn modelId="{38DD373C-06C9-4D94-9B50-65906EFCDB79}" type="presOf" srcId="{55DA19AE-EA33-47C4-9ED3-B4CB741A23E7}" destId="{A6EF7B9A-E108-45D1-B9C8-4A5F48E190B1}" srcOrd="0" destOrd="0" presId="urn:microsoft.com/office/officeart/2018/5/layout/IconLeafLabelList"/>
    <dgm:cxn modelId="{21BCA888-ACC9-45C2-BB70-195349D2FCF6}" srcId="{BF3D9014-D00E-42D8-B10E-853250A7D2FC}" destId="{55DA19AE-EA33-47C4-9ED3-B4CB741A23E7}" srcOrd="2" destOrd="0" parTransId="{DA3DAD19-AD58-4C93-8D5D-DF59FF89ED91}" sibTransId="{84BB914F-E2FF-45E2-A967-3B7E47057CB1}"/>
    <dgm:cxn modelId="{9EA4059A-7956-481B-BF3E-F2BD0D43CD6E}" srcId="{BF3D9014-D00E-42D8-B10E-853250A7D2FC}" destId="{FA49C4DC-4B75-4E9A-B3CE-617DA1100E78}" srcOrd="0" destOrd="0" parTransId="{B31C97CE-C392-424C-BC5D-4C368EF56406}" sibTransId="{A6F9F670-4160-49C7-98D2-AEB1785D34A0}"/>
    <dgm:cxn modelId="{56C3AFA6-00D9-47E8-A902-67E12B49F596}" type="presOf" srcId="{E5D423D9-2C34-4742-8ACB-93556479D979}" destId="{E27FC2BD-7BDD-4C53-927B-A37D73C2D4A3}" srcOrd="0" destOrd="0" presId="urn:microsoft.com/office/officeart/2018/5/layout/IconLeafLabelList"/>
    <dgm:cxn modelId="{71696CF1-4E41-47FC-9A67-B8BAD17B0EBF}" srcId="{BF3D9014-D00E-42D8-B10E-853250A7D2FC}" destId="{B7554A74-5E7E-41FB-BCDA-EAE6BF5C72B7}" srcOrd="3" destOrd="0" parTransId="{9CE5B784-88A3-4E5F-90EE-F36D7DC1B1A3}" sibTransId="{7D14A7E2-78E3-4C1C-B4C2-0D703141197D}"/>
    <dgm:cxn modelId="{881AA210-D782-444E-ACBC-1AFAB3E2B7F5}" type="presParOf" srcId="{25C4FDF4-3C97-446F-BD09-ECD88EEE9F5F}" destId="{D788172C-7971-4D78-9533-4F82A0E05C82}" srcOrd="0" destOrd="0" presId="urn:microsoft.com/office/officeart/2018/5/layout/IconLeafLabelList"/>
    <dgm:cxn modelId="{E3AB5EF4-577B-4851-BA4E-944B573BB9E1}" type="presParOf" srcId="{D788172C-7971-4D78-9533-4F82A0E05C82}" destId="{72BD5AB8-9055-4D7C-B63E-B206A2B7C074}" srcOrd="0" destOrd="0" presId="urn:microsoft.com/office/officeart/2018/5/layout/IconLeafLabelList"/>
    <dgm:cxn modelId="{DFD6B714-3F95-4D03-9488-F39C7BC6E2A6}" type="presParOf" srcId="{D788172C-7971-4D78-9533-4F82A0E05C82}" destId="{50E2A96F-9F78-4B6D-B6AA-F312C9A459CF}" srcOrd="1" destOrd="0" presId="urn:microsoft.com/office/officeart/2018/5/layout/IconLeafLabelList"/>
    <dgm:cxn modelId="{0EFEBFBD-28B6-4A60-89F6-EBB12DBDB609}" type="presParOf" srcId="{D788172C-7971-4D78-9533-4F82A0E05C82}" destId="{2C9F968D-4356-423F-A666-7BE15C7F4AC1}" srcOrd="2" destOrd="0" presId="urn:microsoft.com/office/officeart/2018/5/layout/IconLeafLabelList"/>
    <dgm:cxn modelId="{8C9133B2-B1C6-417B-BB9D-D1D999270B97}" type="presParOf" srcId="{D788172C-7971-4D78-9533-4F82A0E05C82}" destId="{5630DBC8-B6A9-49C3-97EB-9806E13E2DD4}" srcOrd="3" destOrd="0" presId="urn:microsoft.com/office/officeart/2018/5/layout/IconLeafLabelList"/>
    <dgm:cxn modelId="{865C91B7-1934-44F7-B565-3C6824EDC1FD}" type="presParOf" srcId="{25C4FDF4-3C97-446F-BD09-ECD88EEE9F5F}" destId="{8CA92A32-DA9A-45F2-8BD2-716BB5325799}" srcOrd="1" destOrd="0" presId="urn:microsoft.com/office/officeart/2018/5/layout/IconLeafLabelList"/>
    <dgm:cxn modelId="{F033D345-0431-420F-8638-E8D19242A39C}" type="presParOf" srcId="{25C4FDF4-3C97-446F-BD09-ECD88EEE9F5F}" destId="{5A6EF5D0-9E69-4692-B568-13EA81488B4F}" srcOrd="2" destOrd="0" presId="urn:microsoft.com/office/officeart/2018/5/layout/IconLeafLabelList"/>
    <dgm:cxn modelId="{040D6A72-9E79-479B-BE73-D7A266AE3664}" type="presParOf" srcId="{5A6EF5D0-9E69-4692-B568-13EA81488B4F}" destId="{3EBC681B-C698-4A15-A483-3B37DD5E2FB9}" srcOrd="0" destOrd="0" presId="urn:microsoft.com/office/officeart/2018/5/layout/IconLeafLabelList"/>
    <dgm:cxn modelId="{14FBD647-8D1F-46E1-8F23-F23058D75876}" type="presParOf" srcId="{5A6EF5D0-9E69-4692-B568-13EA81488B4F}" destId="{32D2CE5B-06D9-4C3D-9AFC-02F88656BCF9}" srcOrd="1" destOrd="0" presId="urn:microsoft.com/office/officeart/2018/5/layout/IconLeafLabelList"/>
    <dgm:cxn modelId="{D5BBB2FC-8B83-4E54-9596-B98B3C9F252C}" type="presParOf" srcId="{5A6EF5D0-9E69-4692-B568-13EA81488B4F}" destId="{F7871A2A-0E7D-46B6-8F2D-D0207C3FFA6D}" srcOrd="2" destOrd="0" presId="urn:microsoft.com/office/officeart/2018/5/layout/IconLeafLabelList"/>
    <dgm:cxn modelId="{5F9A98A4-8982-4F7D-8616-66C5D4F4532F}" type="presParOf" srcId="{5A6EF5D0-9E69-4692-B568-13EA81488B4F}" destId="{E27FC2BD-7BDD-4C53-927B-A37D73C2D4A3}" srcOrd="3" destOrd="0" presId="urn:microsoft.com/office/officeart/2018/5/layout/IconLeafLabelList"/>
    <dgm:cxn modelId="{3379CF4D-FCF1-4731-BA26-D93044112199}" type="presParOf" srcId="{25C4FDF4-3C97-446F-BD09-ECD88EEE9F5F}" destId="{BFA94796-1EC6-4DFD-8A5D-A9E9FD7D638C}" srcOrd="3" destOrd="0" presId="urn:microsoft.com/office/officeart/2018/5/layout/IconLeafLabelList"/>
    <dgm:cxn modelId="{B9A2C5A8-93FE-4DD1-81DA-AA9496E23EA5}" type="presParOf" srcId="{25C4FDF4-3C97-446F-BD09-ECD88EEE9F5F}" destId="{B8CE0B93-76DF-4A40-832C-D62C4F93C40F}" srcOrd="4" destOrd="0" presId="urn:microsoft.com/office/officeart/2018/5/layout/IconLeafLabelList"/>
    <dgm:cxn modelId="{7F73E8F5-6DB1-411D-9239-68C0F97D6660}" type="presParOf" srcId="{B8CE0B93-76DF-4A40-832C-D62C4F93C40F}" destId="{32D0C5E4-9E6D-44A0-84EE-08D9E9F82581}" srcOrd="0" destOrd="0" presId="urn:microsoft.com/office/officeart/2018/5/layout/IconLeafLabelList"/>
    <dgm:cxn modelId="{A7DC83DF-5F0A-4B8B-A128-61D445B6D315}" type="presParOf" srcId="{B8CE0B93-76DF-4A40-832C-D62C4F93C40F}" destId="{F35D859C-4E57-46BE-BAC9-CA6581AA13E6}" srcOrd="1" destOrd="0" presId="urn:microsoft.com/office/officeart/2018/5/layout/IconLeafLabelList"/>
    <dgm:cxn modelId="{D7B6E27F-54A9-4CFF-9023-7E7EDC503ACD}" type="presParOf" srcId="{B8CE0B93-76DF-4A40-832C-D62C4F93C40F}" destId="{FB65B20C-2D8E-4C01-962D-8F7207D340CD}" srcOrd="2" destOrd="0" presId="urn:microsoft.com/office/officeart/2018/5/layout/IconLeafLabelList"/>
    <dgm:cxn modelId="{8A3EAD45-31A4-442C-AECA-BED00B1E7619}" type="presParOf" srcId="{B8CE0B93-76DF-4A40-832C-D62C4F93C40F}" destId="{A6EF7B9A-E108-45D1-B9C8-4A5F48E190B1}" srcOrd="3" destOrd="0" presId="urn:microsoft.com/office/officeart/2018/5/layout/IconLeafLabelList"/>
    <dgm:cxn modelId="{3FDF6DA2-88CD-49CC-89A5-28F666791710}" type="presParOf" srcId="{25C4FDF4-3C97-446F-BD09-ECD88EEE9F5F}" destId="{4E237975-66D1-43C1-A5B4-90AF787AAAFB}" srcOrd="5" destOrd="0" presId="urn:microsoft.com/office/officeart/2018/5/layout/IconLeafLabelList"/>
    <dgm:cxn modelId="{6FF23EC6-A4A2-4A97-B606-A731A1FB8020}" type="presParOf" srcId="{25C4FDF4-3C97-446F-BD09-ECD88EEE9F5F}" destId="{F72E0D93-CEB2-4AA6-857C-A95651ED26AB}" srcOrd="6" destOrd="0" presId="urn:microsoft.com/office/officeart/2018/5/layout/IconLeafLabelList"/>
    <dgm:cxn modelId="{B0C1CB37-AA0B-47CF-9855-ACCF6582F050}" type="presParOf" srcId="{F72E0D93-CEB2-4AA6-857C-A95651ED26AB}" destId="{AAFC9445-840B-4B14-956C-F41AFB9CC4F9}" srcOrd="0" destOrd="0" presId="urn:microsoft.com/office/officeart/2018/5/layout/IconLeafLabelList"/>
    <dgm:cxn modelId="{D4903399-2587-4A92-9862-3EFCFF355798}" type="presParOf" srcId="{F72E0D93-CEB2-4AA6-857C-A95651ED26AB}" destId="{CAEB1238-183F-45BF-B29A-C567F26E1EB8}" srcOrd="1" destOrd="0" presId="urn:microsoft.com/office/officeart/2018/5/layout/IconLeafLabelList"/>
    <dgm:cxn modelId="{9836D8EF-F76B-4E24-AF9B-4C4F8432B601}" type="presParOf" srcId="{F72E0D93-CEB2-4AA6-857C-A95651ED26AB}" destId="{9922C78D-6C10-40FA-B9C7-5425BE34BA48}" srcOrd="2" destOrd="0" presId="urn:microsoft.com/office/officeart/2018/5/layout/IconLeafLabelList"/>
    <dgm:cxn modelId="{402A7838-53D7-492D-B803-5239FC0A4AB8}" type="presParOf" srcId="{F72E0D93-CEB2-4AA6-857C-A95651ED26AB}" destId="{92B8F06E-9ED8-44F3-ABAE-4433C687255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537727-5C72-4BF6-8FCF-50E16CACF0BD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495075E-86AA-4380-8312-16D4DF256D19}">
      <dgm:prSet/>
      <dgm:spPr/>
      <dgm:t>
        <a:bodyPr/>
        <a:lstStyle/>
        <a:p>
          <a:r>
            <a:rPr lang="en-US"/>
            <a:t>Required:</a:t>
          </a:r>
        </a:p>
      </dgm:t>
    </dgm:pt>
    <dgm:pt modelId="{F793451E-97BD-4ED9-AF29-63F17DCAD013}" type="parTrans" cxnId="{607908E5-74DE-4EAA-B6BB-CB1898A42A7C}">
      <dgm:prSet/>
      <dgm:spPr/>
      <dgm:t>
        <a:bodyPr/>
        <a:lstStyle/>
        <a:p>
          <a:endParaRPr lang="en-US"/>
        </a:p>
      </dgm:t>
    </dgm:pt>
    <dgm:pt modelId="{24C05974-7F20-439B-8764-F0672EC8FFE5}" type="sibTrans" cxnId="{607908E5-74DE-4EAA-B6BB-CB1898A42A7C}">
      <dgm:prSet/>
      <dgm:spPr/>
      <dgm:t>
        <a:bodyPr/>
        <a:lstStyle/>
        <a:p>
          <a:endParaRPr lang="en-US"/>
        </a:p>
      </dgm:t>
    </dgm:pt>
    <dgm:pt modelId="{5E8F6F8A-E47B-457D-B85C-024A9B5EC4CF}">
      <dgm:prSet/>
      <dgm:spPr/>
      <dgm:t>
        <a:bodyPr/>
        <a:lstStyle/>
        <a:p>
          <a:r>
            <a:rPr lang="en-US"/>
            <a:t>Category endpoints implemented (CRUD + list products by category)</a:t>
          </a:r>
        </a:p>
      </dgm:t>
    </dgm:pt>
    <dgm:pt modelId="{916B5E51-1631-42B5-B40D-072039D5574E}" type="parTrans" cxnId="{4AA3967B-E836-4017-9E7B-2A84AC66B47F}">
      <dgm:prSet/>
      <dgm:spPr/>
      <dgm:t>
        <a:bodyPr/>
        <a:lstStyle/>
        <a:p>
          <a:endParaRPr lang="en-US"/>
        </a:p>
      </dgm:t>
    </dgm:pt>
    <dgm:pt modelId="{2DB2DD6A-A32E-4E2A-834A-938086FF7D67}" type="sibTrans" cxnId="{4AA3967B-E836-4017-9E7B-2A84AC66B47F}">
      <dgm:prSet/>
      <dgm:spPr/>
      <dgm:t>
        <a:bodyPr/>
        <a:lstStyle/>
        <a:p>
          <a:endParaRPr lang="en-US"/>
        </a:p>
      </dgm:t>
    </dgm:pt>
    <dgm:pt modelId="{5BCA293F-D328-4272-8537-DF3590BAFAAB}">
      <dgm:prSet/>
      <dgm:spPr/>
      <dgm:t>
        <a:bodyPr/>
        <a:lstStyle/>
        <a:p>
          <a:r>
            <a:rPr lang="en-US"/>
            <a:t>Product search bug fixes (category, min/max price, subcategory)</a:t>
          </a:r>
        </a:p>
      </dgm:t>
    </dgm:pt>
    <dgm:pt modelId="{9CCFBAA7-51AA-4C93-9289-01888DCB6F39}" type="parTrans" cxnId="{D6213AED-0C5A-4DBF-BC32-5D723457974F}">
      <dgm:prSet/>
      <dgm:spPr/>
      <dgm:t>
        <a:bodyPr/>
        <a:lstStyle/>
        <a:p>
          <a:endParaRPr lang="en-US"/>
        </a:p>
      </dgm:t>
    </dgm:pt>
    <dgm:pt modelId="{F32AFF2F-DEB5-456F-9B18-016FFD9AA3A2}" type="sibTrans" cxnId="{D6213AED-0C5A-4DBF-BC32-5D723457974F}">
      <dgm:prSet/>
      <dgm:spPr/>
      <dgm:t>
        <a:bodyPr/>
        <a:lstStyle/>
        <a:p>
          <a:endParaRPr lang="en-US"/>
        </a:p>
      </dgm:t>
    </dgm:pt>
    <dgm:pt modelId="{241E4687-2CA2-470C-9924-286D86B9C4A2}">
      <dgm:prSet/>
      <dgm:spPr/>
      <dgm:t>
        <a:bodyPr/>
        <a:lstStyle/>
        <a:p>
          <a:r>
            <a:rPr lang="en-US"/>
            <a:t>Optional Implemented:</a:t>
          </a:r>
        </a:p>
      </dgm:t>
    </dgm:pt>
    <dgm:pt modelId="{96A6D7F6-5EEA-4A8E-9832-508B6513D70C}" type="parTrans" cxnId="{06185240-06FA-4136-ADB9-0C339B2BD79F}">
      <dgm:prSet/>
      <dgm:spPr/>
      <dgm:t>
        <a:bodyPr/>
        <a:lstStyle/>
        <a:p>
          <a:endParaRPr lang="en-US"/>
        </a:p>
      </dgm:t>
    </dgm:pt>
    <dgm:pt modelId="{2C21F837-7778-47B1-B50F-3126D57A83A0}" type="sibTrans" cxnId="{06185240-06FA-4136-ADB9-0C339B2BD79F}">
      <dgm:prSet/>
      <dgm:spPr/>
      <dgm:t>
        <a:bodyPr/>
        <a:lstStyle/>
        <a:p>
          <a:endParaRPr lang="en-US"/>
        </a:p>
      </dgm:t>
    </dgm:pt>
    <dgm:pt modelId="{CAD6CA6C-8524-4AA5-B1C2-43F1F7381431}">
      <dgm:prSet/>
      <dgm:spPr/>
      <dgm:t>
        <a:bodyPr/>
        <a:lstStyle/>
        <a:p>
          <a:r>
            <a:rPr lang="en-US"/>
            <a:t>- Shopping cart endpoints</a:t>
          </a:r>
        </a:p>
      </dgm:t>
    </dgm:pt>
    <dgm:pt modelId="{37DEFA2F-502C-436C-A89E-E264FD1AEA1B}" type="parTrans" cxnId="{1E7F29E1-59CD-41C7-B1E7-9A2AC93A4DCD}">
      <dgm:prSet/>
      <dgm:spPr/>
      <dgm:t>
        <a:bodyPr/>
        <a:lstStyle/>
        <a:p>
          <a:endParaRPr lang="en-US"/>
        </a:p>
      </dgm:t>
    </dgm:pt>
    <dgm:pt modelId="{8FBDFF28-17B9-45EF-B033-5FAC7C3B8818}" type="sibTrans" cxnId="{1E7F29E1-59CD-41C7-B1E7-9A2AC93A4DCD}">
      <dgm:prSet/>
      <dgm:spPr/>
      <dgm:t>
        <a:bodyPr/>
        <a:lstStyle/>
        <a:p>
          <a:endParaRPr lang="en-US"/>
        </a:p>
      </dgm:t>
    </dgm:pt>
    <dgm:pt modelId="{E2E655AA-A64B-4626-8550-D182C7781999}">
      <dgm:prSet/>
      <dgm:spPr/>
      <dgm:t>
        <a:bodyPr/>
        <a:lstStyle/>
        <a:p>
          <a:r>
            <a:rPr lang="en-US"/>
            <a:t>- User profile endpoints</a:t>
          </a:r>
        </a:p>
      </dgm:t>
    </dgm:pt>
    <dgm:pt modelId="{325DEDF6-78C6-486C-B933-EA3E7ADB938F}" type="parTrans" cxnId="{C4FB217C-6BA0-4821-8575-57D92024E637}">
      <dgm:prSet/>
      <dgm:spPr/>
      <dgm:t>
        <a:bodyPr/>
        <a:lstStyle/>
        <a:p>
          <a:endParaRPr lang="en-US"/>
        </a:p>
      </dgm:t>
    </dgm:pt>
    <dgm:pt modelId="{69DFBFA0-D646-4944-B88E-95A4F82AD14E}" type="sibTrans" cxnId="{C4FB217C-6BA0-4821-8575-57D92024E637}">
      <dgm:prSet/>
      <dgm:spPr/>
      <dgm:t>
        <a:bodyPr/>
        <a:lstStyle/>
        <a:p>
          <a:endParaRPr lang="en-US"/>
        </a:p>
      </dgm:t>
    </dgm:pt>
    <dgm:pt modelId="{E04FCD8D-B04C-48D3-8F64-AD3866D55106}">
      <dgm:prSet/>
      <dgm:spPr/>
      <dgm:t>
        <a:bodyPr/>
        <a:lstStyle/>
        <a:p>
          <a:r>
            <a:rPr lang="en-US"/>
            <a:t>- Checkout / order creation endpoint</a:t>
          </a:r>
        </a:p>
      </dgm:t>
    </dgm:pt>
    <dgm:pt modelId="{C9016943-9BA5-41D9-B488-FDA643BAF0F2}" type="parTrans" cxnId="{4CB5728B-3789-4779-89E2-CB16FD156D64}">
      <dgm:prSet/>
      <dgm:spPr/>
      <dgm:t>
        <a:bodyPr/>
        <a:lstStyle/>
        <a:p>
          <a:endParaRPr lang="en-US"/>
        </a:p>
      </dgm:t>
    </dgm:pt>
    <dgm:pt modelId="{C08B3088-E5B8-4DE2-B9B3-6EE1B1F8F041}" type="sibTrans" cxnId="{4CB5728B-3789-4779-89E2-CB16FD156D64}">
      <dgm:prSet/>
      <dgm:spPr/>
      <dgm:t>
        <a:bodyPr/>
        <a:lstStyle/>
        <a:p>
          <a:endParaRPr lang="en-US"/>
        </a:p>
      </dgm:t>
    </dgm:pt>
    <dgm:pt modelId="{70F0BF15-C7A9-438B-BFEA-589CE13BA34A}" type="pres">
      <dgm:prSet presAssocID="{37537727-5C72-4BF6-8FCF-50E16CACF0BD}" presName="cycle" presStyleCnt="0">
        <dgm:presLayoutVars>
          <dgm:dir/>
          <dgm:resizeHandles val="exact"/>
        </dgm:presLayoutVars>
      </dgm:prSet>
      <dgm:spPr/>
    </dgm:pt>
    <dgm:pt modelId="{DECE1EC7-75B5-4BDE-ADD6-D97DC5530207}" type="pres">
      <dgm:prSet presAssocID="{1495075E-86AA-4380-8312-16D4DF256D19}" presName="dummy" presStyleCnt="0"/>
      <dgm:spPr/>
    </dgm:pt>
    <dgm:pt modelId="{F35587DE-B60F-494B-9649-D77B5F707E6A}" type="pres">
      <dgm:prSet presAssocID="{1495075E-86AA-4380-8312-16D4DF256D19}" presName="node" presStyleLbl="revTx" presStyleIdx="0" presStyleCnt="2">
        <dgm:presLayoutVars>
          <dgm:bulletEnabled val="1"/>
        </dgm:presLayoutVars>
      </dgm:prSet>
      <dgm:spPr/>
    </dgm:pt>
    <dgm:pt modelId="{291110F1-CF63-4879-93FF-F7A4226FB0BE}" type="pres">
      <dgm:prSet presAssocID="{24C05974-7F20-439B-8764-F0672EC8FFE5}" presName="sibTrans" presStyleLbl="node1" presStyleIdx="0" presStyleCnt="2"/>
      <dgm:spPr/>
    </dgm:pt>
    <dgm:pt modelId="{D1D22495-97B7-40DD-BB4D-3F6E1CF51FF6}" type="pres">
      <dgm:prSet presAssocID="{241E4687-2CA2-470C-9924-286D86B9C4A2}" presName="dummy" presStyleCnt="0"/>
      <dgm:spPr/>
    </dgm:pt>
    <dgm:pt modelId="{AFECD469-38AE-4418-A2AB-DA4ED49AC0CB}" type="pres">
      <dgm:prSet presAssocID="{241E4687-2CA2-470C-9924-286D86B9C4A2}" presName="node" presStyleLbl="revTx" presStyleIdx="1" presStyleCnt="2">
        <dgm:presLayoutVars>
          <dgm:bulletEnabled val="1"/>
        </dgm:presLayoutVars>
      </dgm:prSet>
      <dgm:spPr/>
    </dgm:pt>
    <dgm:pt modelId="{D1ED0A23-B042-4B16-A599-9C4020C45119}" type="pres">
      <dgm:prSet presAssocID="{2C21F837-7778-47B1-B50F-3126D57A83A0}" presName="sibTrans" presStyleLbl="node1" presStyleIdx="1" presStyleCnt="2"/>
      <dgm:spPr/>
    </dgm:pt>
  </dgm:ptLst>
  <dgm:cxnLst>
    <dgm:cxn modelId="{92FD1A2D-F291-452F-8731-C756EBFEE992}" type="presOf" srcId="{CAD6CA6C-8524-4AA5-B1C2-43F1F7381431}" destId="{AFECD469-38AE-4418-A2AB-DA4ED49AC0CB}" srcOrd="0" destOrd="1" presId="urn:microsoft.com/office/officeart/2005/8/layout/cycle1"/>
    <dgm:cxn modelId="{06185240-06FA-4136-ADB9-0C339B2BD79F}" srcId="{37537727-5C72-4BF6-8FCF-50E16CACF0BD}" destId="{241E4687-2CA2-470C-9924-286D86B9C4A2}" srcOrd="1" destOrd="0" parTransId="{96A6D7F6-5EEA-4A8E-9832-508B6513D70C}" sibTransId="{2C21F837-7778-47B1-B50F-3126D57A83A0}"/>
    <dgm:cxn modelId="{4AA3967B-E836-4017-9E7B-2A84AC66B47F}" srcId="{1495075E-86AA-4380-8312-16D4DF256D19}" destId="{5E8F6F8A-E47B-457D-B85C-024A9B5EC4CF}" srcOrd="0" destOrd="0" parTransId="{916B5E51-1631-42B5-B40D-072039D5574E}" sibTransId="{2DB2DD6A-A32E-4E2A-834A-938086FF7D67}"/>
    <dgm:cxn modelId="{C4FB217C-6BA0-4821-8575-57D92024E637}" srcId="{241E4687-2CA2-470C-9924-286D86B9C4A2}" destId="{E2E655AA-A64B-4626-8550-D182C7781999}" srcOrd="1" destOrd="0" parTransId="{325DEDF6-78C6-486C-B933-EA3E7ADB938F}" sibTransId="{69DFBFA0-D646-4944-B88E-95A4F82AD14E}"/>
    <dgm:cxn modelId="{4CB5728B-3789-4779-89E2-CB16FD156D64}" srcId="{241E4687-2CA2-470C-9924-286D86B9C4A2}" destId="{E04FCD8D-B04C-48D3-8F64-AD3866D55106}" srcOrd="2" destOrd="0" parTransId="{C9016943-9BA5-41D9-B488-FDA643BAF0F2}" sibTransId="{C08B3088-E5B8-4DE2-B9B3-6EE1B1F8F041}"/>
    <dgm:cxn modelId="{EAA5BF9F-AECA-4A94-9121-3F37B5F03996}" type="presOf" srcId="{5BCA293F-D328-4272-8537-DF3590BAFAAB}" destId="{F35587DE-B60F-494B-9649-D77B5F707E6A}" srcOrd="0" destOrd="2" presId="urn:microsoft.com/office/officeart/2005/8/layout/cycle1"/>
    <dgm:cxn modelId="{26CBE6AA-0999-4CC0-8481-0E3D6594D970}" type="presOf" srcId="{2C21F837-7778-47B1-B50F-3126D57A83A0}" destId="{D1ED0A23-B042-4B16-A599-9C4020C45119}" srcOrd="0" destOrd="0" presId="urn:microsoft.com/office/officeart/2005/8/layout/cycle1"/>
    <dgm:cxn modelId="{EDB715AD-16D1-413A-B8A2-8753CEB651B9}" type="presOf" srcId="{241E4687-2CA2-470C-9924-286D86B9C4A2}" destId="{AFECD469-38AE-4418-A2AB-DA4ED49AC0CB}" srcOrd="0" destOrd="0" presId="urn:microsoft.com/office/officeart/2005/8/layout/cycle1"/>
    <dgm:cxn modelId="{A5FB2CB7-9A22-4529-A5C3-4C223176EEB0}" type="presOf" srcId="{E04FCD8D-B04C-48D3-8F64-AD3866D55106}" destId="{AFECD469-38AE-4418-A2AB-DA4ED49AC0CB}" srcOrd="0" destOrd="3" presId="urn:microsoft.com/office/officeart/2005/8/layout/cycle1"/>
    <dgm:cxn modelId="{7EF3E8BA-B940-47F0-9D52-D2D382E4A79C}" type="presOf" srcId="{37537727-5C72-4BF6-8FCF-50E16CACF0BD}" destId="{70F0BF15-C7A9-438B-BFEA-589CE13BA34A}" srcOrd="0" destOrd="0" presId="urn:microsoft.com/office/officeart/2005/8/layout/cycle1"/>
    <dgm:cxn modelId="{BC7A53CB-4332-476A-A8A3-089E05628F94}" type="presOf" srcId="{E2E655AA-A64B-4626-8550-D182C7781999}" destId="{AFECD469-38AE-4418-A2AB-DA4ED49AC0CB}" srcOrd="0" destOrd="2" presId="urn:microsoft.com/office/officeart/2005/8/layout/cycle1"/>
    <dgm:cxn modelId="{1E7F29E1-59CD-41C7-B1E7-9A2AC93A4DCD}" srcId="{241E4687-2CA2-470C-9924-286D86B9C4A2}" destId="{CAD6CA6C-8524-4AA5-B1C2-43F1F7381431}" srcOrd="0" destOrd="0" parTransId="{37DEFA2F-502C-436C-A89E-E264FD1AEA1B}" sibTransId="{8FBDFF28-17B9-45EF-B033-5FAC7C3B8818}"/>
    <dgm:cxn modelId="{607908E5-74DE-4EAA-B6BB-CB1898A42A7C}" srcId="{37537727-5C72-4BF6-8FCF-50E16CACF0BD}" destId="{1495075E-86AA-4380-8312-16D4DF256D19}" srcOrd="0" destOrd="0" parTransId="{F793451E-97BD-4ED9-AF29-63F17DCAD013}" sibTransId="{24C05974-7F20-439B-8764-F0672EC8FFE5}"/>
    <dgm:cxn modelId="{D6213AED-0C5A-4DBF-BC32-5D723457974F}" srcId="{1495075E-86AA-4380-8312-16D4DF256D19}" destId="{5BCA293F-D328-4272-8537-DF3590BAFAAB}" srcOrd="1" destOrd="0" parTransId="{9CCFBAA7-51AA-4C93-9289-01888DCB6F39}" sibTransId="{F32AFF2F-DEB5-456F-9B18-016FFD9AA3A2}"/>
    <dgm:cxn modelId="{102A80ED-3633-48AB-972E-4155F51C2EAB}" type="presOf" srcId="{1495075E-86AA-4380-8312-16D4DF256D19}" destId="{F35587DE-B60F-494B-9649-D77B5F707E6A}" srcOrd="0" destOrd="0" presId="urn:microsoft.com/office/officeart/2005/8/layout/cycle1"/>
    <dgm:cxn modelId="{4F260DEE-A8C3-4E9F-944B-E661ED4F7E4C}" type="presOf" srcId="{24C05974-7F20-439B-8764-F0672EC8FFE5}" destId="{291110F1-CF63-4879-93FF-F7A4226FB0BE}" srcOrd="0" destOrd="0" presId="urn:microsoft.com/office/officeart/2005/8/layout/cycle1"/>
    <dgm:cxn modelId="{C15BDCF7-78C5-497E-B6AD-651A5DAFA188}" type="presOf" srcId="{5E8F6F8A-E47B-457D-B85C-024A9B5EC4CF}" destId="{F35587DE-B60F-494B-9649-D77B5F707E6A}" srcOrd="0" destOrd="1" presId="urn:microsoft.com/office/officeart/2005/8/layout/cycle1"/>
    <dgm:cxn modelId="{AE7E66A1-1002-4173-8ED4-4E853DAC629B}" type="presParOf" srcId="{70F0BF15-C7A9-438B-BFEA-589CE13BA34A}" destId="{DECE1EC7-75B5-4BDE-ADD6-D97DC5530207}" srcOrd="0" destOrd="0" presId="urn:microsoft.com/office/officeart/2005/8/layout/cycle1"/>
    <dgm:cxn modelId="{2BE29ADD-D7E1-4DB3-8DC7-EDD03D99FCD0}" type="presParOf" srcId="{70F0BF15-C7A9-438B-BFEA-589CE13BA34A}" destId="{F35587DE-B60F-494B-9649-D77B5F707E6A}" srcOrd="1" destOrd="0" presId="urn:microsoft.com/office/officeart/2005/8/layout/cycle1"/>
    <dgm:cxn modelId="{91C680D8-1B5C-450F-9F3F-36789ADDE35C}" type="presParOf" srcId="{70F0BF15-C7A9-438B-BFEA-589CE13BA34A}" destId="{291110F1-CF63-4879-93FF-F7A4226FB0BE}" srcOrd="2" destOrd="0" presId="urn:microsoft.com/office/officeart/2005/8/layout/cycle1"/>
    <dgm:cxn modelId="{CC4BB58C-E618-4DF5-831F-1B02B73929F3}" type="presParOf" srcId="{70F0BF15-C7A9-438B-BFEA-589CE13BA34A}" destId="{D1D22495-97B7-40DD-BB4D-3F6E1CF51FF6}" srcOrd="3" destOrd="0" presId="urn:microsoft.com/office/officeart/2005/8/layout/cycle1"/>
    <dgm:cxn modelId="{0F95D980-D366-4227-BD96-9E958E2FEBB7}" type="presParOf" srcId="{70F0BF15-C7A9-438B-BFEA-589CE13BA34A}" destId="{AFECD469-38AE-4418-A2AB-DA4ED49AC0CB}" srcOrd="4" destOrd="0" presId="urn:microsoft.com/office/officeart/2005/8/layout/cycle1"/>
    <dgm:cxn modelId="{E76B6A96-E35D-4AE6-B466-F2F6760D195E}" type="presParOf" srcId="{70F0BF15-C7A9-438B-BFEA-589CE13BA34A}" destId="{D1ED0A23-B042-4B16-A599-9C4020C45119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506720-724B-4DC0-AA49-5028C608D868}" type="doc">
      <dgm:prSet loTypeId="urn:microsoft.com/office/officeart/2005/8/layout/process4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B139C7-0261-47D4-82D8-7432DFD7FA80}">
      <dgm:prSet/>
      <dgm:spPr/>
      <dgm:t>
        <a:bodyPr/>
        <a:lstStyle/>
        <a:p>
          <a:r>
            <a:rPr lang="en-US"/>
            <a:t>Imported the provided Insomnia collections.</a:t>
          </a:r>
        </a:p>
      </dgm:t>
    </dgm:pt>
    <dgm:pt modelId="{7619F5B7-76A8-4F8A-8E8D-1A0B2DA16F5F}" type="parTrans" cxnId="{1EF2D05E-6F3A-4F4F-B28B-9CDBC8C1A4A2}">
      <dgm:prSet/>
      <dgm:spPr/>
      <dgm:t>
        <a:bodyPr/>
        <a:lstStyle/>
        <a:p>
          <a:endParaRPr lang="en-US"/>
        </a:p>
      </dgm:t>
    </dgm:pt>
    <dgm:pt modelId="{2FA002B5-8FA8-4B2E-A740-22C20B8604B1}" type="sibTrans" cxnId="{1EF2D05E-6F3A-4F4F-B28B-9CDBC8C1A4A2}">
      <dgm:prSet/>
      <dgm:spPr/>
      <dgm:t>
        <a:bodyPr/>
        <a:lstStyle/>
        <a:p>
          <a:endParaRPr lang="en-US"/>
        </a:p>
      </dgm:t>
    </dgm:pt>
    <dgm:pt modelId="{1DD26B46-C43C-482C-B42C-B8371881814B}">
      <dgm:prSet/>
      <dgm:spPr/>
      <dgm:t>
        <a:bodyPr/>
        <a:lstStyle/>
        <a:p>
          <a:r>
            <a:rPr lang="en-US"/>
            <a:t>Executed test suites for required and optional endpoints.</a:t>
          </a:r>
        </a:p>
      </dgm:t>
    </dgm:pt>
    <dgm:pt modelId="{437567F9-8E14-4A3B-A8B1-0EB973A749FB}" type="parTrans" cxnId="{BA9F840F-3194-4582-B971-3F95613723BB}">
      <dgm:prSet/>
      <dgm:spPr/>
      <dgm:t>
        <a:bodyPr/>
        <a:lstStyle/>
        <a:p>
          <a:endParaRPr lang="en-US"/>
        </a:p>
      </dgm:t>
    </dgm:pt>
    <dgm:pt modelId="{21F5CC83-EF06-4089-937A-FEDC2FB9BD00}" type="sibTrans" cxnId="{BA9F840F-3194-4582-B971-3F95613723BB}">
      <dgm:prSet/>
      <dgm:spPr/>
      <dgm:t>
        <a:bodyPr/>
        <a:lstStyle/>
        <a:p>
          <a:endParaRPr lang="en-US"/>
        </a:p>
      </dgm:t>
    </dgm:pt>
    <dgm:pt modelId="{65143B77-B7AE-4DD6-99A4-B6114045AB5D}">
      <dgm:prSet/>
      <dgm:spPr/>
      <dgm:t>
        <a:bodyPr/>
        <a:lstStyle/>
        <a:p>
          <a:r>
            <a:rPr lang="en-US"/>
            <a:t>Result: All tests passed successfully (23/23 total across collections).</a:t>
          </a:r>
        </a:p>
      </dgm:t>
    </dgm:pt>
    <dgm:pt modelId="{E9E7FCA7-A0F6-4DF2-B937-AC3D05F60BF3}" type="parTrans" cxnId="{7392C0A2-A319-4028-AAEB-3BF3B2C3B973}">
      <dgm:prSet/>
      <dgm:spPr/>
      <dgm:t>
        <a:bodyPr/>
        <a:lstStyle/>
        <a:p>
          <a:endParaRPr lang="en-US"/>
        </a:p>
      </dgm:t>
    </dgm:pt>
    <dgm:pt modelId="{B4DA702B-1DE7-451A-AD18-5099C62BCA66}" type="sibTrans" cxnId="{7392C0A2-A319-4028-AAEB-3BF3B2C3B973}">
      <dgm:prSet/>
      <dgm:spPr/>
      <dgm:t>
        <a:bodyPr/>
        <a:lstStyle/>
        <a:p>
          <a:endParaRPr lang="en-US"/>
        </a:p>
      </dgm:t>
    </dgm:pt>
    <dgm:pt modelId="{D1988C6F-8515-4B50-9869-CD9F256C833E}" type="pres">
      <dgm:prSet presAssocID="{EE506720-724B-4DC0-AA49-5028C608D868}" presName="Name0" presStyleCnt="0">
        <dgm:presLayoutVars>
          <dgm:dir/>
          <dgm:animLvl val="lvl"/>
          <dgm:resizeHandles val="exact"/>
        </dgm:presLayoutVars>
      </dgm:prSet>
      <dgm:spPr/>
    </dgm:pt>
    <dgm:pt modelId="{31712DAF-F0C7-4807-82B9-973FB975C684}" type="pres">
      <dgm:prSet presAssocID="{65143B77-B7AE-4DD6-99A4-B6114045AB5D}" presName="boxAndChildren" presStyleCnt="0"/>
      <dgm:spPr/>
    </dgm:pt>
    <dgm:pt modelId="{3502175E-CBA7-4092-BE3D-A0DBD0AC98A9}" type="pres">
      <dgm:prSet presAssocID="{65143B77-B7AE-4DD6-99A4-B6114045AB5D}" presName="parentTextBox" presStyleLbl="node1" presStyleIdx="0" presStyleCnt="3"/>
      <dgm:spPr/>
    </dgm:pt>
    <dgm:pt modelId="{4305C02F-E5F4-4C3B-889E-49652F7D5F3E}" type="pres">
      <dgm:prSet presAssocID="{21F5CC83-EF06-4089-937A-FEDC2FB9BD00}" presName="sp" presStyleCnt="0"/>
      <dgm:spPr/>
    </dgm:pt>
    <dgm:pt modelId="{18055F04-D349-4C06-9F64-8C04FFAAB0CD}" type="pres">
      <dgm:prSet presAssocID="{1DD26B46-C43C-482C-B42C-B8371881814B}" presName="arrowAndChildren" presStyleCnt="0"/>
      <dgm:spPr/>
    </dgm:pt>
    <dgm:pt modelId="{F700EE0A-2D7F-4BBE-A45D-979E06E3C66D}" type="pres">
      <dgm:prSet presAssocID="{1DD26B46-C43C-482C-B42C-B8371881814B}" presName="parentTextArrow" presStyleLbl="node1" presStyleIdx="1" presStyleCnt="3"/>
      <dgm:spPr/>
    </dgm:pt>
    <dgm:pt modelId="{0C331A5B-C8FF-402A-A4E2-2EB90C1C9E0F}" type="pres">
      <dgm:prSet presAssocID="{2FA002B5-8FA8-4B2E-A740-22C20B8604B1}" presName="sp" presStyleCnt="0"/>
      <dgm:spPr/>
    </dgm:pt>
    <dgm:pt modelId="{D063FBB6-6E8C-46DE-A7D3-14C2B1CB8E55}" type="pres">
      <dgm:prSet presAssocID="{60B139C7-0261-47D4-82D8-7432DFD7FA80}" presName="arrowAndChildren" presStyleCnt="0"/>
      <dgm:spPr/>
    </dgm:pt>
    <dgm:pt modelId="{697AA4BA-B1A2-4182-8D28-8A924BE9D146}" type="pres">
      <dgm:prSet presAssocID="{60B139C7-0261-47D4-82D8-7432DFD7FA80}" presName="parentTextArrow" presStyleLbl="node1" presStyleIdx="2" presStyleCnt="3"/>
      <dgm:spPr/>
    </dgm:pt>
  </dgm:ptLst>
  <dgm:cxnLst>
    <dgm:cxn modelId="{BA9F840F-3194-4582-B971-3F95613723BB}" srcId="{EE506720-724B-4DC0-AA49-5028C608D868}" destId="{1DD26B46-C43C-482C-B42C-B8371881814B}" srcOrd="1" destOrd="0" parTransId="{437567F9-8E14-4A3B-A8B1-0EB973A749FB}" sibTransId="{21F5CC83-EF06-4089-937A-FEDC2FB9BD00}"/>
    <dgm:cxn modelId="{9344951E-567A-41E3-B8FA-7819EFE5D2D2}" type="presOf" srcId="{65143B77-B7AE-4DD6-99A4-B6114045AB5D}" destId="{3502175E-CBA7-4092-BE3D-A0DBD0AC98A9}" srcOrd="0" destOrd="0" presId="urn:microsoft.com/office/officeart/2005/8/layout/process4"/>
    <dgm:cxn modelId="{1EF2D05E-6F3A-4F4F-B28B-9CDBC8C1A4A2}" srcId="{EE506720-724B-4DC0-AA49-5028C608D868}" destId="{60B139C7-0261-47D4-82D8-7432DFD7FA80}" srcOrd="0" destOrd="0" parTransId="{7619F5B7-76A8-4F8A-8E8D-1A0B2DA16F5F}" sibTransId="{2FA002B5-8FA8-4B2E-A740-22C20B8604B1}"/>
    <dgm:cxn modelId="{9548A48C-E9A0-4ED9-9E55-B2A3ED1D6139}" type="presOf" srcId="{60B139C7-0261-47D4-82D8-7432DFD7FA80}" destId="{697AA4BA-B1A2-4182-8D28-8A924BE9D146}" srcOrd="0" destOrd="0" presId="urn:microsoft.com/office/officeart/2005/8/layout/process4"/>
    <dgm:cxn modelId="{7392C0A2-A319-4028-AAEB-3BF3B2C3B973}" srcId="{EE506720-724B-4DC0-AA49-5028C608D868}" destId="{65143B77-B7AE-4DD6-99A4-B6114045AB5D}" srcOrd="2" destOrd="0" parTransId="{E9E7FCA7-A0F6-4DF2-B937-AC3D05F60BF3}" sibTransId="{B4DA702B-1DE7-451A-AD18-5099C62BCA66}"/>
    <dgm:cxn modelId="{C33107A9-0619-433A-A7C6-D0FDD0A30EB9}" type="presOf" srcId="{1DD26B46-C43C-482C-B42C-B8371881814B}" destId="{F700EE0A-2D7F-4BBE-A45D-979E06E3C66D}" srcOrd="0" destOrd="0" presId="urn:microsoft.com/office/officeart/2005/8/layout/process4"/>
    <dgm:cxn modelId="{F83784B0-667C-4949-B668-F750867271AE}" type="presOf" srcId="{EE506720-724B-4DC0-AA49-5028C608D868}" destId="{D1988C6F-8515-4B50-9869-CD9F256C833E}" srcOrd="0" destOrd="0" presId="urn:microsoft.com/office/officeart/2005/8/layout/process4"/>
    <dgm:cxn modelId="{B640A262-1603-411F-9A8F-EE6EE779D5E3}" type="presParOf" srcId="{D1988C6F-8515-4B50-9869-CD9F256C833E}" destId="{31712DAF-F0C7-4807-82B9-973FB975C684}" srcOrd="0" destOrd="0" presId="urn:microsoft.com/office/officeart/2005/8/layout/process4"/>
    <dgm:cxn modelId="{2BEF3668-99F2-406E-AF57-B1F626ACC4FA}" type="presParOf" srcId="{31712DAF-F0C7-4807-82B9-973FB975C684}" destId="{3502175E-CBA7-4092-BE3D-A0DBD0AC98A9}" srcOrd="0" destOrd="0" presId="urn:microsoft.com/office/officeart/2005/8/layout/process4"/>
    <dgm:cxn modelId="{EE0EF049-04FE-4254-873F-0C08E2C2D87C}" type="presParOf" srcId="{D1988C6F-8515-4B50-9869-CD9F256C833E}" destId="{4305C02F-E5F4-4C3B-889E-49652F7D5F3E}" srcOrd="1" destOrd="0" presId="urn:microsoft.com/office/officeart/2005/8/layout/process4"/>
    <dgm:cxn modelId="{93A71D0E-EA44-4D65-B402-988BC2596C8A}" type="presParOf" srcId="{D1988C6F-8515-4B50-9869-CD9F256C833E}" destId="{18055F04-D349-4C06-9F64-8C04FFAAB0CD}" srcOrd="2" destOrd="0" presId="urn:microsoft.com/office/officeart/2005/8/layout/process4"/>
    <dgm:cxn modelId="{BB02F5B0-44D7-4B73-AA7A-82A220464C45}" type="presParOf" srcId="{18055F04-D349-4C06-9F64-8C04FFAAB0CD}" destId="{F700EE0A-2D7F-4BBE-A45D-979E06E3C66D}" srcOrd="0" destOrd="0" presId="urn:microsoft.com/office/officeart/2005/8/layout/process4"/>
    <dgm:cxn modelId="{8D6557C6-12A9-43A8-AB8D-8C2CF20E71CA}" type="presParOf" srcId="{D1988C6F-8515-4B50-9869-CD9F256C833E}" destId="{0C331A5B-C8FF-402A-A4E2-2EB90C1C9E0F}" srcOrd="3" destOrd="0" presId="urn:microsoft.com/office/officeart/2005/8/layout/process4"/>
    <dgm:cxn modelId="{F4680023-E000-49C1-8BFB-B083DADE4688}" type="presParOf" srcId="{D1988C6F-8515-4B50-9869-CD9F256C833E}" destId="{D063FBB6-6E8C-46DE-A7D3-14C2B1CB8E55}" srcOrd="4" destOrd="0" presId="urn:microsoft.com/office/officeart/2005/8/layout/process4"/>
    <dgm:cxn modelId="{6FC5A683-CFC2-41A0-B590-9C130691BA10}" type="presParOf" srcId="{D063FBB6-6E8C-46DE-A7D3-14C2B1CB8E55}" destId="{697AA4BA-B1A2-4182-8D28-8A924BE9D14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D7A682-C159-4B97-B210-7729B19EE0BC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4963A5E-9A74-4629-AB86-297D964BFF0E}">
      <dgm:prSet/>
      <dgm:spPr/>
      <dgm:t>
        <a:bodyPr/>
        <a:lstStyle/>
        <a:p>
          <a:r>
            <a:rPr lang="en-US"/>
            <a:t>JWT authentication and authorization configuration.</a:t>
          </a:r>
        </a:p>
      </dgm:t>
    </dgm:pt>
    <dgm:pt modelId="{B02C4B4D-172B-4C45-9FE3-D2C005C79DFC}" type="parTrans" cxnId="{83340AD4-721C-4837-AA1E-532AAA460B02}">
      <dgm:prSet/>
      <dgm:spPr/>
      <dgm:t>
        <a:bodyPr/>
        <a:lstStyle/>
        <a:p>
          <a:endParaRPr lang="en-US"/>
        </a:p>
      </dgm:t>
    </dgm:pt>
    <dgm:pt modelId="{2EFC67BF-5A59-4E86-ACE2-973982581503}" type="sibTrans" cxnId="{83340AD4-721C-4837-AA1E-532AAA460B02}">
      <dgm:prSet/>
      <dgm:spPr/>
      <dgm:t>
        <a:bodyPr/>
        <a:lstStyle/>
        <a:p>
          <a:endParaRPr lang="en-US"/>
        </a:p>
      </dgm:t>
    </dgm:pt>
    <dgm:pt modelId="{B8C4C2B4-C481-4022-A57C-24A1F2D9F5CA}">
      <dgm:prSet/>
      <dgm:spPr/>
      <dgm:t>
        <a:bodyPr/>
        <a:lstStyle/>
        <a:p>
          <a:r>
            <a:rPr lang="en-US"/>
            <a:t>Correct HTTP status codes for create/delete endpoints (201/204).</a:t>
          </a:r>
        </a:p>
      </dgm:t>
    </dgm:pt>
    <dgm:pt modelId="{FCC7E984-DE57-4A00-9802-3FF0018FD467}" type="parTrans" cxnId="{1777CB64-C04E-4C3A-8A05-B5E0A28D52B7}">
      <dgm:prSet/>
      <dgm:spPr/>
      <dgm:t>
        <a:bodyPr/>
        <a:lstStyle/>
        <a:p>
          <a:endParaRPr lang="en-US"/>
        </a:p>
      </dgm:t>
    </dgm:pt>
    <dgm:pt modelId="{FDE13628-6BEC-4E7B-90A1-1446D31BE931}" type="sibTrans" cxnId="{1777CB64-C04E-4C3A-8A05-B5E0A28D52B7}">
      <dgm:prSet/>
      <dgm:spPr/>
      <dgm:t>
        <a:bodyPr/>
        <a:lstStyle/>
        <a:p>
          <a:endParaRPr lang="en-US"/>
        </a:p>
      </dgm:t>
    </dgm:pt>
    <dgm:pt modelId="{E2FCA909-6A45-4EBB-8B6F-2E1117F54C6F}">
      <dgm:prSet/>
      <dgm:spPr/>
      <dgm:t>
        <a:bodyPr/>
        <a:lstStyle/>
        <a:p>
          <a:r>
            <a:rPr lang="en-US"/>
            <a:t>Ensuring consistent test execution order and database state during testing.</a:t>
          </a:r>
        </a:p>
      </dgm:t>
    </dgm:pt>
    <dgm:pt modelId="{F83CDE56-EB5A-49C5-9597-D8197D558B40}" type="parTrans" cxnId="{7907F529-CEF9-4536-B2F8-7FE7F99E3CA8}">
      <dgm:prSet/>
      <dgm:spPr/>
      <dgm:t>
        <a:bodyPr/>
        <a:lstStyle/>
        <a:p>
          <a:endParaRPr lang="en-US"/>
        </a:p>
      </dgm:t>
    </dgm:pt>
    <dgm:pt modelId="{ADB6E88C-4F10-4E45-9647-0C4157292E72}" type="sibTrans" cxnId="{7907F529-CEF9-4536-B2F8-7FE7F99E3CA8}">
      <dgm:prSet/>
      <dgm:spPr/>
      <dgm:t>
        <a:bodyPr/>
        <a:lstStyle/>
        <a:p>
          <a:endParaRPr lang="en-US"/>
        </a:p>
      </dgm:t>
    </dgm:pt>
    <dgm:pt modelId="{2DB791FB-15AF-499C-9A0A-5E25BDD58252}" type="pres">
      <dgm:prSet presAssocID="{D4D7A682-C159-4B97-B210-7729B19EE0BC}" presName="vert0" presStyleCnt="0">
        <dgm:presLayoutVars>
          <dgm:dir/>
          <dgm:animOne val="branch"/>
          <dgm:animLvl val="lvl"/>
        </dgm:presLayoutVars>
      </dgm:prSet>
      <dgm:spPr/>
    </dgm:pt>
    <dgm:pt modelId="{34492C5D-DD90-45BE-B1F6-D731AE7A8CAA}" type="pres">
      <dgm:prSet presAssocID="{B4963A5E-9A74-4629-AB86-297D964BFF0E}" presName="thickLine" presStyleLbl="alignNode1" presStyleIdx="0" presStyleCnt="3"/>
      <dgm:spPr/>
    </dgm:pt>
    <dgm:pt modelId="{EBE7765E-984A-474C-9D57-04EA9A58B576}" type="pres">
      <dgm:prSet presAssocID="{B4963A5E-9A74-4629-AB86-297D964BFF0E}" presName="horz1" presStyleCnt="0"/>
      <dgm:spPr/>
    </dgm:pt>
    <dgm:pt modelId="{5FD8E89C-D5F5-4438-B54A-116A476E09F7}" type="pres">
      <dgm:prSet presAssocID="{B4963A5E-9A74-4629-AB86-297D964BFF0E}" presName="tx1" presStyleLbl="revTx" presStyleIdx="0" presStyleCnt="3"/>
      <dgm:spPr/>
    </dgm:pt>
    <dgm:pt modelId="{FF99FA14-03F9-4F44-A760-64C94118D7C6}" type="pres">
      <dgm:prSet presAssocID="{B4963A5E-9A74-4629-AB86-297D964BFF0E}" presName="vert1" presStyleCnt="0"/>
      <dgm:spPr/>
    </dgm:pt>
    <dgm:pt modelId="{53D800DF-4A96-4954-BCCA-C17F9469A5C0}" type="pres">
      <dgm:prSet presAssocID="{B8C4C2B4-C481-4022-A57C-24A1F2D9F5CA}" presName="thickLine" presStyleLbl="alignNode1" presStyleIdx="1" presStyleCnt="3"/>
      <dgm:spPr/>
    </dgm:pt>
    <dgm:pt modelId="{BD1F91AC-11F8-4E09-B19E-BC7E7338EE0A}" type="pres">
      <dgm:prSet presAssocID="{B8C4C2B4-C481-4022-A57C-24A1F2D9F5CA}" presName="horz1" presStyleCnt="0"/>
      <dgm:spPr/>
    </dgm:pt>
    <dgm:pt modelId="{EF81D2D4-9179-4138-9DFE-65D2EEF9CB06}" type="pres">
      <dgm:prSet presAssocID="{B8C4C2B4-C481-4022-A57C-24A1F2D9F5CA}" presName="tx1" presStyleLbl="revTx" presStyleIdx="1" presStyleCnt="3"/>
      <dgm:spPr/>
    </dgm:pt>
    <dgm:pt modelId="{C23BF593-8733-40D8-984F-92B6695C7616}" type="pres">
      <dgm:prSet presAssocID="{B8C4C2B4-C481-4022-A57C-24A1F2D9F5CA}" presName="vert1" presStyleCnt="0"/>
      <dgm:spPr/>
    </dgm:pt>
    <dgm:pt modelId="{0D9AC671-7D2B-4817-982A-40A7C6CD86B3}" type="pres">
      <dgm:prSet presAssocID="{E2FCA909-6A45-4EBB-8B6F-2E1117F54C6F}" presName="thickLine" presStyleLbl="alignNode1" presStyleIdx="2" presStyleCnt="3"/>
      <dgm:spPr/>
    </dgm:pt>
    <dgm:pt modelId="{EEF0A132-C7BF-403C-8A69-585E78DD6E9E}" type="pres">
      <dgm:prSet presAssocID="{E2FCA909-6A45-4EBB-8B6F-2E1117F54C6F}" presName="horz1" presStyleCnt="0"/>
      <dgm:spPr/>
    </dgm:pt>
    <dgm:pt modelId="{9E5EEAA7-61AE-429D-8550-A00F89AD96AA}" type="pres">
      <dgm:prSet presAssocID="{E2FCA909-6A45-4EBB-8B6F-2E1117F54C6F}" presName="tx1" presStyleLbl="revTx" presStyleIdx="2" presStyleCnt="3"/>
      <dgm:spPr/>
    </dgm:pt>
    <dgm:pt modelId="{37922409-77D1-40C7-82F2-DD8AD6BA22DB}" type="pres">
      <dgm:prSet presAssocID="{E2FCA909-6A45-4EBB-8B6F-2E1117F54C6F}" presName="vert1" presStyleCnt="0"/>
      <dgm:spPr/>
    </dgm:pt>
  </dgm:ptLst>
  <dgm:cxnLst>
    <dgm:cxn modelId="{DD3F4826-77B9-4B95-806F-02BFA95D12B0}" type="presOf" srcId="{B8C4C2B4-C481-4022-A57C-24A1F2D9F5CA}" destId="{EF81D2D4-9179-4138-9DFE-65D2EEF9CB06}" srcOrd="0" destOrd="0" presId="urn:microsoft.com/office/officeart/2008/layout/LinedList"/>
    <dgm:cxn modelId="{7907F529-CEF9-4536-B2F8-7FE7F99E3CA8}" srcId="{D4D7A682-C159-4B97-B210-7729B19EE0BC}" destId="{E2FCA909-6A45-4EBB-8B6F-2E1117F54C6F}" srcOrd="2" destOrd="0" parTransId="{F83CDE56-EB5A-49C5-9597-D8197D558B40}" sibTransId="{ADB6E88C-4F10-4E45-9647-0C4157292E72}"/>
    <dgm:cxn modelId="{1777CB64-C04E-4C3A-8A05-B5E0A28D52B7}" srcId="{D4D7A682-C159-4B97-B210-7729B19EE0BC}" destId="{B8C4C2B4-C481-4022-A57C-24A1F2D9F5CA}" srcOrd="1" destOrd="0" parTransId="{FCC7E984-DE57-4A00-9802-3FF0018FD467}" sibTransId="{FDE13628-6BEC-4E7B-90A1-1446D31BE931}"/>
    <dgm:cxn modelId="{4D459DAB-3C07-46D3-86F6-4EC3DEAC8DD2}" type="presOf" srcId="{B4963A5E-9A74-4629-AB86-297D964BFF0E}" destId="{5FD8E89C-D5F5-4438-B54A-116A476E09F7}" srcOrd="0" destOrd="0" presId="urn:microsoft.com/office/officeart/2008/layout/LinedList"/>
    <dgm:cxn modelId="{EAD017BC-B305-4995-B598-F9CA9190D970}" type="presOf" srcId="{D4D7A682-C159-4B97-B210-7729B19EE0BC}" destId="{2DB791FB-15AF-499C-9A0A-5E25BDD58252}" srcOrd="0" destOrd="0" presId="urn:microsoft.com/office/officeart/2008/layout/LinedList"/>
    <dgm:cxn modelId="{83340AD4-721C-4837-AA1E-532AAA460B02}" srcId="{D4D7A682-C159-4B97-B210-7729B19EE0BC}" destId="{B4963A5E-9A74-4629-AB86-297D964BFF0E}" srcOrd="0" destOrd="0" parTransId="{B02C4B4D-172B-4C45-9FE3-D2C005C79DFC}" sibTransId="{2EFC67BF-5A59-4E86-ACE2-973982581503}"/>
    <dgm:cxn modelId="{C45C99D5-C62B-4F9B-9F88-78E8DA9BD3B2}" type="presOf" srcId="{E2FCA909-6A45-4EBB-8B6F-2E1117F54C6F}" destId="{9E5EEAA7-61AE-429D-8550-A00F89AD96AA}" srcOrd="0" destOrd="0" presId="urn:microsoft.com/office/officeart/2008/layout/LinedList"/>
    <dgm:cxn modelId="{8E67121B-E02F-40F7-86C9-668CDB195D64}" type="presParOf" srcId="{2DB791FB-15AF-499C-9A0A-5E25BDD58252}" destId="{34492C5D-DD90-45BE-B1F6-D731AE7A8CAA}" srcOrd="0" destOrd="0" presId="urn:microsoft.com/office/officeart/2008/layout/LinedList"/>
    <dgm:cxn modelId="{4C3EDE4F-FD71-48B1-B098-E4EC5E49FF74}" type="presParOf" srcId="{2DB791FB-15AF-499C-9A0A-5E25BDD58252}" destId="{EBE7765E-984A-474C-9D57-04EA9A58B576}" srcOrd="1" destOrd="0" presId="urn:microsoft.com/office/officeart/2008/layout/LinedList"/>
    <dgm:cxn modelId="{C64D53E8-3ECD-4844-92BB-EAD8D7B37954}" type="presParOf" srcId="{EBE7765E-984A-474C-9D57-04EA9A58B576}" destId="{5FD8E89C-D5F5-4438-B54A-116A476E09F7}" srcOrd="0" destOrd="0" presId="urn:microsoft.com/office/officeart/2008/layout/LinedList"/>
    <dgm:cxn modelId="{7233C196-1480-48A4-B52E-D097CBABB54F}" type="presParOf" srcId="{EBE7765E-984A-474C-9D57-04EA9A58B576}" destId="{FF99FA14-03F9-4F44-A760-64C94118D7C6}" srcOrd="1" destOrd="0" presId="urn:microsoft.com/office/officeart/2008/layout/LinedList"/>
    <dgm:cxn modelId="{8026FE9E-DD8B-4DC2-B86F-FB18F12C1D1B}" type="presParOf" srcId="{2DB791FB-15AF-499C-9A0A-5E25BDD58252}" destId="{53D800DF-4A96-4954-BCCA-C17F9469A5C0}" srcOrd="2" destOrd="0" presId="urn:microsoft.com/office/officeart/2008/layout/LinedList"/>
    <dgm:cxn modelId="{9396CAB7-011A-4F6E-874D-1868F28D21B4}" type="presParOf" srcId="{2DB791FB-15AF-499C-9A0A-5E25BDD58252}" destId="{BD1F91AC-11F8-4E09-B19E-BC7E7338EE0A}" srcOrd="3" destOrd="0" presId="urn:microsoft.com/office/officeart/2008/layout/LinedList"/>
    <dgm:cxn modelId="{A12C2425-D226-4EEC-9303-36E3C2121BBE}" type="presParOf" srcId="{BD1F91AC-11F8-4E09-B19E-BC7E7338EE0A}" destId="{EF81D2D4-9179-4138-9DFE-65D2EEF9CB06}" srcOrd="0" destOrd="0" presId="urn:microsoft.com/office/officeart/2008/layout/LinedList"/>
    <dgm:cxn modelId="{97914EA4-8818-4688-BE13-85E5254FA374}" type="presParOf" srcId="{BD1F91AC-11F8-4E09-B19E-BC7E7338EE0A}" destId="{C23BF593-8733-40D8-984F-92B6695C7616}" srcOrd="1" destOrd="0" presId="urn:microsoft.com/office/officeart/2008/layout/LinedList"/>
    <dgm:cxn modelId="{5F9322C5-A5D4-4373-8D0F-A59CAAA47CFA}" type="presParOf" srcId="{2DB791FB-15AF-499C-9A0A-5E25BDD58252}" destId="{0D9AC671-7D2B-4817-982A-40A7C6CD86B3}" srcOrd="4" destOrd="0" presId="urn:microsoft.com/office/officeart/2008/layout/LinedList"/>
    <dgm:cxn modelId="{61F32DAA-9D7D-4583-86AB-0AFD41206E03}" type="presParOf" srcId="{2DB791FB-15AF-499C-9A0A-5E25BDD58252}" destId="{EEF0A132-C7BF-403C-8A69-585E78DD6E9E}" srcOrd="5" destOrd="0" presId="urn:microsoft.com/office/officeart/2008/layout/LinedList"/>
    <dgm:cxn modelId="{E8B75578-037B-44CB-AE94-83649CAD81F3}" type="presParOf" srcId="{EEF0A132-C7BF-403C-8A69-585E78DD6E9E}" destId="{9E5EEAA7-61AE-429D-8550-A00F89AD96AA}" srcOrd="0" destOrd="0" presId="urn:microsoft.com/office/officeart/2008/layout/LinedList"/>
    <dgm:cxn modelId="{0CD5DC52-C7AE-4777-B1EB-BCFD6818B83F}" type="presParOf" srcId="{EEF0A132-C7BF-403C-8A69-585E78DD6E9E}" destId="{37922409-77D1-40C7-82F2-DD8AD6BA22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9954B3-0B37-4080-83AE-0A71C874F13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488B73-0FF0-44C0-982B-4F512A5A8C96}">
      <dgm:prSet/>
      <dgm:spPr/>
      <dgm:t>
        <a:bodyPr/>
        <a:lstStyle/>
        <a:p>
          <a:r>
            <a:rPr lang="en-US"/>
            <a:t>REST API design and implementation using Spring Boot.</a:t>
          </a:r>
        </a:p>
      </dgm:t>
    </dgm:pt>
    <dgm:pt modelId="{FF9DBC9A-085A-469D-94E8-D7BDD8EB2F8E}" type="parTrans" cxnId="{27CE3A9D-2646-4A10-BE34-7AFEBAFBD2FE}">
      <dgm:prSet/>
      <dgm:spPr/>
      <dgm:t>
        <a:bodyPr/>
        <a:lstStyle/>
        <a:p>
          <a:endParaRPr lang="en-US"/>
        </a:p>
      </dgm:t>
    </dgm:pt>
    <dgm:pt modelId="{914A9013-7EE0-4B41-935B-5A5BD30951B6}" type="sibTrans" cxnId="{27CE3A9D-2646-4A10-BE34-7AFEBAFBD2FE}">
      <dgm:prSet/>
      <dgm:spPr/>
      <dgm:t>
        <a:bodyPr/>
        <a:lstStyle/>
        <a:p>
          <a:endParaRPr lang="en-US"/>
        </a:p>
      </dgm:t>
    </dgm:pt>
    <dgm:pt modelId="{0175C582-9D55-4099-A95F-B54BF1BD1ACF}">
      <dgm:prSet/>
      <dgm:spPr/>
      <dgm:t>
        <a:bodyPr/>
        <a:lstStyle/>
        <a:p>
          <a:r>
            <a:rPr lang="en-US"/>
            <a:t>Secure authentication using JWT.</a:t>
          </a:r>
        </a:p>
      </dgm:t>
    </dgm:pt>
    <dgm:pt modelId="{74CCA688-B6F4-4A09-AC9D-93600A1D58DC}" type="parTrans" cxnId="{8D86C2B0-9849-40DF-A089-61B62C972AC6}">
      <dgm:prSet/>
      <dgm:spPr/>
      <dgm:t>
        <a:bodyPr/>
        <a:lstStyle/>
        <a:p>
          <a:endParaRPr lang="en-US"/>
        </a:p>
      </dgm:t>
    </dgm:pt>
    <dgm:pt modelId="{79A4B929-12D0-45EA-93E4-D654BA3DBA49}" type="sibTrans" cxnId="{8D86C2B0-9849-40DF-A089-61B62C972AC6}">
      <dgm:prSet/>
      <dgm:spPr/>
      <dgm:t>
        <a:bodyPr/>
        <a:lstStyle/>
        <a:p>
          <a:endParaRPr lang="en-US"/>
        </a:p>
      </dgm:t>
    </dgm:pt>
    <dgm:pt modelId="{5C7C0358-1BEC-4A5C-B28C-D1B73C911E42}">
      <dgm:prSet/>
      <dgm:spPr/>
      <dgm:t>
        <a:bodyPr/>
        <a:lstStyle/>
        <a:p>
          <a:r>
            <a:rPr lang="en-US"/>
            <a:t>MySQL database integration and DAO pattern usage.</a:t>
          </a:r>
        </a:p>
      </dgm:t>
    </dgm:pt>
    <dgm:pt modelId="{BF0F8916-B969-46DA-9CFC-56DAC69C123A}" type="parTrans" cxnId="{80A04CAC-E8DA-4C6F-8460-0378FAE62CA4}">
      <dgm:prSet/>
      <dgm:spPr/>
      <dgm:t>
        <a:bodyPr/>
        <a:lstStyle/>
        <a:p>
          <a:endParaRPr lang="en-US"/>
        </a:p>
      </dgm:t>
    </dgm:pt>
    <dgm:pt modelId="{2F826DD3-6860-47DF-A18A-9494F06D68F3}" type="sibTrans" cxnId="{80A04CAC-E8DA-4C6F-8460-0378FAE62CA4}">
      <dgm:prSet/>
      <dgm:spPr/>
      <dgm:t>
        <a:bodyPr/>
        <a:lstStyle/>
        <a:p>
          <a:endParaRPr lang="en-US"/>
        </a:p>
      </dgm:t>
    </dgm:pt>
    <dgm:pt modelId="{BAAA1231-F428-47E9-A743-4E1971A111FE}">
      <dgm:prSet/>
      <dgm:spPr/>
      <dgm:t>
        <a:bodyPr/>
        <a:lstStyle/>
        <a:p>
          <a:r>
            <a:rPr lang="en-US"/>
            <a:t>System validation through automated API tests in Insomnia.</a:t>
          </a:r>
        </a:p>
      </dgm:t>
    </dgm:pt>
    <dgm:pt modelId="{F9FC941B-D57E-49B5-918C-D86CEC71E2F8}" type="parTrans" cxnId="{A4A6BEAF-FD6C-4570-BA80-D1576262D1E9}">
      <dgm:prSet/>
      <dgm:spPr/>
      <dgm:t>
        <a:bodyPr/>
        <a:lstStyle/>
        <a:p>
          <a:endParaRPr lang="en-US"/>
        </a:p>
      </dgm:t>
    </dgm:pt>
    <dgm:pt modelId="{C80EE430-EC2E-441D-835A-6FB7F1B731AA}" type="sibTrans" cxnId="{A4A6BEAF-FD6C-4570-BA80-D1576262D1E9}">
      <dgm:prSet/>
      <dgm:spPr/>
      <dgm:t>
        <a:bodyPr/>
        <a:lstStyle/>
        <a:p>
          <a:endParaRPr lang="en-US"/>
        </a:p>
      </dgm:t>
    </dgm:pt>
    <dgm:pt modelId="{88EAE78B-ABBA-490C-A756-2AC495B536D9}" type="pres">
      <dgm:prSet presAssocID="{A39954B3-0B37-4080-83AE-0A71C874F138}" presName="root" presStyleCnt="0">
        <dgm:presLayoutVars>
          <dgm:dir/>
          <dgm:resizeHandles val="exact"/>
        </dgm:presLayoutVars>
      </dgm:prSet>
      <dgm:spPr/>
    </dgm:pt>
    <dgm:pt modelId="{6CAB290D-BF33-4270-9C77-DD0C3EB381E7}" type="pres">
      <dgm:prSet presAssocID="{A39954B3-0B37-4080-83AE-0A71C874F138}" presName="container" presStyleCnt="0">
        <dgm:presLayoutVars>
          <dgm:dir/>
          <dgm:resizeHandles val="exact"/>
        </dgm:presLayoutVars>
      </dgm:prSet>
      <dgm:spPr/>
    </dgm:pt>
    <dgm:pt modelId="{B6E5DB95-07F0-4A1B-BEDA-740F5B13E079}" type="pres">
      <dgm:prSet presAssocID="{3A488B73-0FF0-44C0-982B-4F512A5A8C96}" presName="compNode" presStyleCnt="0"/>
      <dgm:spPr/>
    </dgm:pt>
    <dgm:pt modelId="{36E8A801-F53D-4712-B0EB-73390B810A15}" type="pres">
      <dgm:prSet presAssocID="{3A488B73-0FF0-44C0-982B-4F512A5A8C96}" presName="iconBgRect" presStyleLbl="bgShp" presStyleIdx="0" presStyleCnt="4"/>
      <dgm:spPr/>
    </dgm:pt>
    <dgm:pt modelId="{DD97615E-4300-4CE6-9521-5DD1291F1967}" type="pres">
      <dgm:prSet presAssocID="{3A488B73-0FF0-44C0-982B-4F512A5A8C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BB71E83-C398-41D0-B51C-DFEDC7BECBC3}" type="pres">
      <dgm:prSet presAssocID="{3A488B73-0FF0-44C0-982B-4F512A5A8C96}" presName="spaceRect" presStyleCnt="0"/>
      <dgm:spPr/>
    </dgm:pt>
    <dgm:pt modelId="{77DF31C1-AC07-464C-A62A-07C05D654457}" type="pres">
      <dgm:prSet presAssocID="{3A488B73-0FF0-44C0-982B-4F512A5A8C96}" presName="textRect" presStyleLbl="revTx" presStyleIdx="0" presStyleCnt="4">
        <dgm:presLayoutVars>
          <dgm:chMax val="1"/>
          <dgm:chPref val="1"/>
        </dgm:presLayoutVars>
      </dgm:prSet>
      <dgm:spPr/>
    </dgm:pt>
    <dgm:pt modelId="{A03C4F61-FEEF-4F61-8452-8BCEA2648F24}" type="pres">
      <dgm:prSet presAssocID="{914A9013-7EE0-4B41-935B-5A5BD30951B6}" presName="sibTrans" presStyleLbl="sibTrans2D1" presStyleIdx="0" presStyleCnt="0"/>
      <dgm:spPr/>
    </dgm:pt>
    <dgm:pt modelId="{EBFB1380-CD97-4C25-A98C-D57EA9BBF179}" type="pres">
      <dgm:prSet presAssocID="{0175C582-9D55-4099-A95F-B54BF1BD1ACF}" presName="compNode" presStyleCnt="0"/>
      <dgm:spPr/>
    </dgm:pt>
    <dgm:pt modelId="{94CBB65C-40B8-4C7B-B537-C313C20D7EEC}" type="pres">
      <dgm:prSet presAssocID="{0175C582-9D55-4099-A95F-B54BF1BD1ACF}" presName="iconBgRect" presStyleLbl="bgShp" presStyleIdx="1" presStyleCnt="4"/>
      <dgm:spPr/>
    </dgm:pt>
    <dgm:pt modelId="{5B05E20C-9850-465E-AEC1-9FE55B172EFA}" type="pres">
      <dgm:prSet presAssocID="{0175C582-9D55-4099-A95F-B54BF1BD1AC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4EC3063-F74D-4FE5-AEC3-348BE5707586}" type="pres">
      <dgm:prSet presAssocID="{0175C582-9D55-4099-A95F-B54BF1BD1ACF}" presName="spaceRect" presStyleCnt="0"/>
      <dgm:spPr/>
    </dgm:pt>
    <dgm:pt modelId="{D228D272-D164-45E9-8FBC-EBB343C5D8F1}" type="pres">
      <dgm:prSet presAssocID="{0175C582-9D55-4099-A95F-B54BF1BD1ACF}" presName="textRect" presStyleLbl="revTx" presStyleIdx="1" presStyleCnt="4">
        <dgm:presLayoutVars>
          <dgm:chMax val="1"/>
          <dgm:chPref val="1"/>
        </dgm:presLayoutVars>
      </dgm:prSet>
      <dgm:spPr/>
    </dgm:pt>
    <dgm:pt modelId="{F1AA7078-3383-44C4-A4EE-DD3754260C63}" type="pres">
      <dgm:prSet presAssocID="{79A4B929-12D0-45EA-93E4-D654BA3DBA49}" presName="sibTrans" presStyleLbl="sibTrans2D1" presStyleIdx="0" presStyleCnt="0"/>
      <dgm:spPr/>
    </dgm:pt>
    <dgm:pt modelId="{A0AC5BB5-F8B7-4299-B190-99AE25E695D7}" type="pres">
      <dgm:prSet presAssocID="{5C7C0358-1BEC-4A5C-B28C-D1B73C911E42}" presName="compNode" presStyleCnt="0"/>
      <dgm:spPr/>
    </dgm:pt>
    <dgm:pt modelId="{87341D2C-6FB6-4D17-A75F-42ED7C55F643}" type="pres">
      <dgm:prSet presAssocID="{5C7C0358-1BEC-4A5C-B28C-D1B73C911E42}" presName="iconBgRect" presStyleLbl="bgShp" presStyleIdx="2" presStyleCnt="4"/>
      <dgm:spPr/>
    </dgm:pt>
    <dgm:pt modelId="{28DFF685-C432-44AE-A671-170A2BD6E9E7}" type="pres">
      <dgm:prSet presAssocID="{5C7C0358-1BEC-4A5C-B28C-D1B73C911E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6E018D-BB1E-41C6-A2CA-09591FD5FCED}" type="pres">
      <dgm:prSet presAssocID="{5C7C0358-1BEC-4A5C-B28C-D1B73C911E42}" presName="spaceRect" presStyleCnt="0"/>
      <dgm:spPr/>
    </dgm:pt>
    <dgm:pt modelId="{5DE5ECEF-A4EB-4387-8EBC-6EA098EEF1DF}" type="pres">
      <dgm:prSet presAssocID="{5C7C0358-1BEC-4A5C-B28C-D1B73C911E42}" presName="textRect" presStyleLbl="revTx" presStyleIdx="2" presStyleCnt="4">
        <dgm:presLayoutVars>
          <dgm:chMax val="1"/>
          <dgm:chPref val="1"/>
        </dgm:presLayoutVars>
      </dgm:prSet>
      <dgm:spPr/>
    </dgm:pt>
    <dgm:pt modelId="{55CC0425-CF82-4319-BAFA-6581A7B56603}" type="pres">
      <dgm:prSet presAssocID="{2F826DD3-6860-47DF-A18A-9494F06D68F3}" presName="sibTrans" presStyleLbl="sibTrans2D1" presStyleIdx="0" presStyleCnt="0"/>
      <dgm:spPr/>
    </dgm:pt>
    <dgm:pt modelId="{78DB767E-BB0B-4717-89C6-750A964D98D0}" type="pres">
      <dgm:prSet presAssocID="{BAAA1231-F428-47E9-A743-4E1971A111FE}" presName="compNode" presStyleCnt="0"/>
      <dgm:spPr/>
    </dgm:pt>
    <dgm:pt modelId="{2C17F76F-D99F-4436-A686-5C921DA80ACB}" type="pres">
      <dgm:prSet presAssocID="{BAAA1231-F428-47E9-A743-4E1971A111FE}" presName="iconBgRect" presStyleLbl="bgShp" presStyleIdx="3" presStyleCnt="4"/>
      <dgm:spPr/>
    </dgm:pt>
    <dgm:pt modelId="{F278A585-76BA-47AC-B04C-043EF288829E}" type="pres">
      <dgm:prSet presAssocID="{BAAA1231-F428-47E9-A743-4E1971A111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5CFA17-3CA4-4E25-A080-9725E593A077}" type="pres">
      <dgm:prSet presAssocID="{BAAA1231-F428-47E9-A743-4E1971A111FE}" presName="spaceRect" presStyleCnt="0"/>
      <dgm:spPr/>
    </dgm:pt>
    <dgm:pt modelId="{F0016FB5-67B9-4F0F-823D-124B57F1904A}" type="pres">
      <dgm:prSet presAssocID="{BAAA1231-F428-47E9-A743-4E1971A111F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D8ED00-62CB-45AB-8E3D-0DA1EEC632AD}" type="presOf" srcId="{79A4B929-12D0-45EA-93E4-D654BA3DBA49}" destId="{F1AA7078-3383-44C4-A4EE-DD3754260C63}" srcOrd="0" destOrd="0" presId="urn:microsoft.com/office/officeart/2018/2/layout/IconCircleList"/>
    <dgm:cxn modelId="{4338EC0F-6F9B-4B06-92AD-FC4C40377EED}" type="presOf" srcId="{0175C582-9D55-4099-A95F-B54BF1BD1ACF}" destId="{D228D272-D164-45E9-8FBC-EBB343C5D8F1}" srcOrd="0" destOrd="0" presId="urn:microsoft.com/office/officeart/2018/2/layout/IconCircleList"/>
    <dgm:cxn modelId="{8C00A61B-8B3F-4DC7-A73A-3F1F861D3C7B}" type="presOf" srcId="{914A9013-7EE0-4B41-935B-5A5BD30951B6}" destId="{A03C4F61-FEEF-4F61-8452-8BCEA2648F24}" srcOrd="0" destOrd="0" presId="urn:microsoft.com/office/officeart/2018/2/layout/IconCircleList"/>
    <dgm:cxn modelId="{1F16A827-C1A8-484B-8C99-198986C62AA6}" type="presOf" srcId="{A39954B3-0B37-4080-83AE-0A71C874F138}" destId="{88EAE78B-ABBA-490C-A756-2AC495B536D9}" srcOrd="0" destOrd="0" presId="urn:microsoft.com/office/officeart/2018/2/layout/IconCircleList"/>
    <dgm:cxn modelId="{AA7C1E3A-3FEC-4600-BE7A-3F41423AF6D0}" type="presOf" srcId="{3A488B73-0FF0-44C0-982B-4F512A5A8C96}" destId="{77DF31C1-AC07-464C-A62A-07C05D654457}" srcOrd="0" destOrd="0" presId="urn:microsoft.com/office/officeart/2018/2/layout/IconCircleList"/>
    <dgm:cxn modelId="{72861468-7D5A-4506-95C9-19F05B6F0E01}" type="presOf" srcId="{BAAA1231-F428-47E9-A743-4E1971A111FE}" destId="{F0016FB5-67B9-4F0F-823D-124B57F1904A}" srcOrd="0" destOrd="0" presId="urn:microsoft.com/office/officeart/2018/2/layout/IconCircleList"/>
    <dgm:cxn modelId="{CFE0628A-2062-4167-9951-33564C6B0F0E}" type="presOf" srcId="{5C7C0358-1BEC-4A5C-B28C-D1B73C911E42}" destId="{5DE5ECEF-A4EB-4387-8EBC-6EA098EEF1DF}" srcOrd="0" destOrd="0" presId="urn:microsoft.com/office/officeart/2018/2/layout/IconCircleList"/>
    <dgm:cxn modelId="{27CE3A9D-2646-4A10-BE34-7AFEBAFBD2FE}" srcId="{A39954B3-0B37-4080-83AE-0A71C874F138}" destId="{3A488B73-0FF0-44C0-982B-4F512A5A8C96}" srcOrd="0" destOrd="0" parTransId="{FF9DBC9A-085A-469D-94E8-D7BDD8EB2F8E}" sibTransId="{914A9013-7EE0-4B41-935B-5A5BD30951B6}"/>
    <dgm:cxn modelId="{80A04CAC-E8DA-4C6F-8460-0378FAE62CA4}" srcId="{A39954B3-0B37-4080-83AE-0A71C874F138}" destId="{5C7C0358-1BEC-4A5C-B28C-D1B73C911E42}" srcOrd="2" destOrd="0" parTransId="{BF0F8916-B969-46DA-9CFC-56DAC69C123A}" sibTransId="{2F826DD3-6860-47DF-A18A-9494F06D68F3}"/>
    <dgm:cxn modelId="{A4A6BEAF-FD6C-4570-BA80-D1576262D1E9}" srcId="{A39954B3-0B37-4080-83AE-0A71C874F138}" destId="{BAAA1231-F428-47E9-A743-4E1971A111FE}" srcOrd="3" destOrd="0" parTransId="{F9FC941B-D57E-49B5-918C-D86CEC71E2F8}" sibTransId="{C80EE430-EC2E-441D-835A-6FB7F1B731AA}"/>
    <dgm:cxn modelId="{8D86C2B0-9849-40DF-A089-61B62C972AC6}" srcId="{A39954B3-0B37-4080-83AE-0A71C874F138}" destId="{0175C582-9D55-4099-A95F-B54BF1BD1ACF}" srcOrd="1" destOrd="0" parTransId="{74CCA688-B6F4-4A09-AC9D-93600A1D58DC}" sibTransId="{79A4B929-12D0-45EA-93E4-D654BA3DBA49}"/>
    <dgm:cxn modelId="{932C2EE1-ABAC-4156-8AD4-86C5CB3B7C6C}" type="presOf" srcId="{2F826DD3-6860-47DF-A18A-9494F06D68F3}" destId="{55CC0425-CF82-4319-BAFA-6581A7B56603}" srcOrd="0" destOrd="0" presId="urn:microsoft.com/office/officeart/2018/2/layout/IconCircleList"/>
    <dgm:cxn modelId="{B4F6DB29-2E58-467B-BBB9-DFA0091B9010}" type="presParOf" srcId="{88EAE78B-ABBA-490C-A756-2AC495B536D9}" destId="{6CAB290D-BF33-4270-9C77-DD0C3EB381E7}" srcOrd="0" destOrd="0" presId="urn:microsoft.com/office/officeart/2018/2/layout/IconCircleList"/>
    <dgm:cxn modelId="{322458E1-0D89-4B73-A8B9-845DECFD1FEB}" type="presParOf" srcId="{6CAB290D-BF33-4270-9C77-DD0C3EB381E7}" destId="{B6E5DB95-07F0-4A1B-BEDA-740F5B13E079}" srcOrd="0" destOrd="0" presId="urn:microsoft.com/office/officeart/2018/2/layout/IconCircleList"/>
    <dgm:cxn modelId="{145B0872-EBAB-4458-9361-C95D95A0A124}" type="presParOf" srcId="{B6E5DB95-07F0-4A1B-BEDA-740F5B13E079}" destId="{36E8A801-F53D-4712-B0EB-73390B810A15}" srcOrd="0" destOrd="0" presId="urn:microsoft.com/office/officeart/2018/2/layout/IconCircleList"/>
    <dgm:cxn modelId="{91B47EEA-ECB1-48E8-9DFC-925D5FB90A00}" type="presParOf" srcId="{B6E5DB95-07F0-4A1B-BEDA-740F5B13E079}" destId="{DD97615E-4300-4CE6-9521-5DD1291F1967}" srcOrd="1" destOrd="0" presId="urn:microsoft.com/office/officeart/2018/2/layout/IconCircleList"/>
    <dgm:cxn modelId="{B22453A6-4551-487D-A406-402FC7845BF9}" type="presParOf" srcId="{B6E5DB95-07F0-4A1B-BEDA-740F5B13E079}" destId="{FBB71E83-C398-41D0-B51C-DFEDC7BECBC3}" srcOrd="2" destOrd="0" presId="urn:microsoft.com/office/officeart/2018/2/layout/IconCircleList"/>
    <dgm:cxn modelId="{299B834F-1FBE-4BC0-9D2D-D64A83486259}" type="presParOf" srcId="{B6E5DB95-07F0-4A1B-BEDA-740F5B13E079}" destId="{77DF31C1-AC07-464C-A62A-07C05D654457}" srcOrd="3" destOrd="0" presId="urn:microsoft.com/office/officeart/2018/2/layout/IconCircleList"/>
    <dgm:cxn modelId="{B385DF0F-B0B9-46AB-B82A-9938660429D8}" type="presParOf" srcId="{6CAB290D-BF33-4270-9C77-DD0C3EB381E7}" destId="{A03C4F61-FEEF-4F61-8452-8BCEA2648F24}" srcOrd="1" destOrd="0" presId="urn:microsoft.com/office/officeart/2018/2/layout/IconCircleList"/>
    <dgm:cxn modelId="{FD9369BC-6EB2-4B0C-A5C1-CC906197C605}" type="presParOf" srcId="{6CAB290D-BF33-4270-9C77-DD0C3EB381E7}" destId="{EBFB1380-CD97-4C25-A98C-D57EA9BBF179}" srcOrd="2" destOrd="0" presId="urn:microsoft.com/office/officeart/2018/2/layout/IconCircleList"/>
    <dgm:cxn modelId="{08D45293-808A-4855-84C9-0321F7F18ED1}" type="presParOf" srcId="{EBFB1380-CD97-4C25-A98C-D57EA9BBF179}" destId="{94CBB65C-40B8-4C7B-B537-C313C20D7EEC}" srcOrd="0" destOrd="0" presId="urn:microsoft.com/office/officeart/2018/2/layout/IconCircleList"/>
    <dgm:cxn modelId="{45454C46-EE79-4833-9D8A-942BE4895EE5}" type="presParOf" srcId="{EBFB1380-CD97-4C25-A98C-D57EA9BBF179}" destId="{5B05E20C-9850-465E-AEC1-9FE55B172EFA}" srcOrd="1" destOrd="0" presId="urn:microsoft.com/office/officeart/2018/2/layout/IconCircleList"/>
    <dgm:cxn modelId="{22C367F9-D326-475A-B929-218B4D5CD0A5}" type="presParOf" srcId="{EBFB1380-CD97-4C25-A98C-D57EA9BBF179}" destId="{34EC3063-F74D-4FE5-AEC3-348BE5707586}" srcOrd="2" destOrd="0" presId="urn:microsoft.com/office/officeart/2018/2/layout/IconCircleList"/>
    <dgm:cxn modelId="{3B344FB9-722F-4304-ACFA-AFD3AE7A06DD}" type="presParOf" srcId="{EBFB1380-CD97-4C25-A98C-D57EA9BBF179}" destId="{D228D272-D164-45E9-8FBC-EBB343C5D8F1}" srcOrd="3" destOrd="0" presId="urn:microsoft.com/office/officeart/2018/2/layout/IconCircleList"/>
    <dgm:cxn modelId="{8CCE1546-B262-4B40-A93F-AC9F12D79762}" type="presParOf" srcId="{6CAB290D-BF33-4270-9C77-DD0C3EB381E7}" destId="{F1AA7078-3383-44C4-A4EE-DD3754260C63}" srcOrd="3" destOrd="0" presId="urn:microsoft.com/office/officeart/2018/2/layout/IconCircleList"/>
    <dgm:cxn modelId="{B0B79EAA-FB11-4872-9F36-E467903E1399}" type="presParOf" srcId="{6CAB290D-BF33-4270-9C77-DD0C3EB381E7}" destId="{A0AC5BB5-F8B7-4299-B190-99AE25E695D7}" srcOrd="4" destOrd="0" presId="urn:microsoft.com/office/officeart/2018/2/layout/IconCircleList"/>
    <dgm:cxn modelId="{095A2DF8-0399-4672-8ECF-654FBB024E7E}" type="presParOf" srcId="{A0AC5BB5-F8B7-4299-B190-99AE25E695D7}" destId="{87341D2C-6FB6-4D17-A75F-42ED7C55F643}" srcOrd="0" destOrd="0" presId="urn:microsoft.com/office/officeart/2018/2/layout/IconCircleList"/>
    <dgm:cxn modelId="{168BF39D-C81B-45F6-A76B-952B6AE8D7E8}" type="presParOf" srcId="{A0AC5BB5-F8B7-4299-B190-99AE25E695D7}" destId="{28DFF685-C432-44AE-A671-170A2BD6E9E7}" srcOrd="1" destOrd="0" presId="urn:microsoft.com/office/officeart/2018/2/layout/IconCircleList"/>
    <dgm:cxn modelId="{DDEE3415-5A85-48A4-A0A1-4F3897BC8D0E}" type="presParOf" srcId="{A0AC5BB5-F8B7-4299-B190-99AE25E695D7}" destId="{F06E018D-BB1E-41C6-A2CA-09591FD5FCED}" srcOrd="2" destOrd="0" presId="urn:microsoft.com/office/officeart/2018/2/layout/IconCircleList"/>
    <dgm:cxn modelId="{F3314833-9636-4535-9FFD-C074E854A3A6}" type="presParOf" srcId="{A0AC5BB5-F8B7-4299-B190-99AE25E695D7}" destId="{5DE5ECEF-A4EB-4387-8EBC-6EA098EEF1DF}" srcOrd="3" destOrd="0" presId="urn:microsoft.com/office/officeart/2018/2/layout/IconCircleList"/>
    <dgm:cxn modelId="{100E1EE6-F12D-4443-A03B-F1D9EFAA2DD9}" type="presParOf" srcId="{6CAB290D-BF33-4270-9C77-DD0C3EB381E7}" destId="{55CC0425-CF82-4319-BAFA-6581A7B56603}" srcOrd="5" destOrd="0" presId="urn:microsoft.com/office/officeart/2018/2/layout/IconCircleList"/>
    <dgm:cxn modelId="{48F93CE4-A38E-4C0E-8F15-9229FCC4B709}" type="presParOf" srcId="{6CAB290D-BF33-4270-9C77-DD0C3EB381E7}" destId="{78DB767E-BB0B-4717-89C6-750A964D98D0}" srcOrd="6" destOrd="0" presId="urn:microsoft.com/office/officeart/2018/2/layout/IconCircleList"/>
    <dgm:cxn modelId="{2E370039-AEB9-42F0-8062-ED299A3278E2}" type="presParOf" srcId="{78DB767E-BB0B-4717-89C6-750A964D98D0}" destId="{2C17F76F-D99F-4436-A686-5C921DA80ACB}" srcOrd="0" destOrd="0" presId="urn:microsoft.com/office/officeart/2018/2/layout/IconCircleList"/>
    <dgm:cxn modelId="{95ED9BFB-131D-491D-8ECE-B2ADD808024B}" type="presParOf" srcId="{78DB767E-BB0B-4717-89C6-750A964D98D0}" destId="{F278A585-76BA-47AC-B04C-043EF288829E}" srcOrd="1" destOrd="0" presId="urn:microsoft.com/office/officeart/2018/2/layout/IconCircleList"/>
    <dgm:cxn modelId="{D31378CA-34FA-444E-9D41-1B149235CF1E}" type="presParOf" srcId="{78DB767E-BB0B-4717-89C6-750A964D98D0}" destId="{C25CFA17-3CA4-4E25-A080-9725E593A077}" srcOrd="2" destOrd="0" presId="urn:microsoft.com/office/officeart/2018/2/layout/IconCircleList"/>
    <dgm:cxn modelId="{2CEB7EA2-C4C0-4BD5-A991-C3B466832D49}" type="presParOf" srcId="{78DB767E-BB0B-4717-89C6-750A964D98D0}" destId="{F0016FB5-67B9-4F0F-823D-124B57F1904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927BCAB-FBDA-45FE-8090-F6B1CE17423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7F16586-216D-4AC4-B789-FF595C65735D}">
      <dgm:prSet/>
      <dgm:spPr/>
      <dgm:t>
        <a:bodyPr/>
        <a:lstStyle/>
        <a:p>
          <a:r>
            <a:rPr lang="en-US"/>
            <a:t>The application meets capstone requirements.</a:t>
          </a:r>
        </a:p>
      </dgm:t>
    </dgm:pt>
    <dgm:pt modelId="{132E0BA4-DE85-43DB-994A-5D34013E57B3}" type="parTrans" cxnId="{2E701530-7214-45BA-8980-2D7D44D32CA5}">
      <dgm:prSet/>
      <dgm:spPr/>
      <dgm:t>
        <a:bodyPr/>
        <a:lstStyle/>
        <a:p>
          <a:endParaRPr lang="en-US"/>
        </a:p>
      </dgm:t>
    </dgm:pt>
    <dgm:pt modelId="{079B1E15-542D-4B30-A1D8-375D7910E90E}" type="sibTrans" cxnId="{2E701530-7214-45BA-8980-2D7D44D32CA5}">
      <dgm:prSet/>
      <dgm:spPr/>
      <dgm:t>
        <a:bodyPr/>
        <a:lstStyle/>
        <a:p>
          <a:endParaRPr lang="en-US"/>
        </a:p>
      </dgm:t>
    </dgm:pt>
    <dgm:pt modelId="{DCD92DDB-BCE2-41BA-A3C5-ABFD507D6889}">
      <dgm:prSet/>
      <dgm:spPr/>
      <dgm:t>
        <a:bodyPr/>
        <a:lstStyle/>
        <a:p>
          <a:r>
            <a:rPr lang="en-US"/>
            <a:t>Backend APIs and frontend integration work correctly.</a:t>
          </a:r>
        </a:p>
      </dgm:t>
    </dgm:pt>
    <dgm:pt modelId="{F0EFF8AC-ED1F-4219-B35E-F496EF2A9BBC}" type="parTrans" cxnId="{98B84A4D-E9C2-407B-91AB-873E957CACBA}">
      <dgm:prSet/>
      <dgm:spPr/>
      <dgm:t>
        <a:bodyPr/>
        <a:lstStyle/>
        <a:p>
          <a:endParaRPr lang="en-US"/>
        </a:p>
      </dgm:t>
    </dgm:pt>
    <dgm:pt modelId="{6B3E73C4-282A-4234-A08C-F6E2BC2C71E2}" type="sibTrans" cxnId="{98B84A4D-E9C2-407B-91AB-873E957CACBA}">
      <dgm:prSet/>
      <dgm:spPr/>
      <dgm:t>
        <a:bodyPr/>
        <a:lstStyle/>
        <a:p>
          <a:endParaRPr lang="en-US"/>
        </a:p>
      </dgm:t>
    </dgm:pt>
    <dgm:pt modelId="{600F4A43-6602-436D-9EF0-E8A68CD0B3B4}">
      <dgm:prSet/>
      <dgm:spPr/>
      <dgm:t>
        <a:bodyPr/>
        <a:lstStyle/>
        <a:p>
          <a:r>
            <a:rPr lang="en-US"/>
            <a:t>All provided Insomnia tests pass successfully.</a:t>
          </a:r>
        </a:p>
      </dgm:t>
    </dgm:pt>
    <dgm:pt modelId="{4E723C72-A4CB-4F64-AA40-9D6DECE6D045}" type="parTrans" cxnId="{583FCC80-2702-411E-9587-DEFF87559904}">
      <dgm:prSet/>
      <dgm:spPr/>
      <dgm:t>
        <a:bodyPr/>
        <a:lstStyle/>
        <a:p>
          <a:endParaRPr lang="en-US"/>
        </a:p>
      </dgm:t>
    </dgm:pt>
    <dgm:pt modelId="{8119D52B-6E09-4561-B9FF-7F7705A32E2B}" type="sibTrans" cxnId="{583FCC80-2702-411E-9587-DEFF87559904}">
      <dgm:prSet/>
      <dgm:spPr/>
      <dgm:t>
        <a:bodyPr/>
        <a:lstStyle/>
        <a:p>
          <a:endParaRPr lang="en-US"/>
        </a:p>
      </dgm:t>
    </dgm:pt>
    <dgm:pt modelId="{557D210F-E171-4570-B8D4-C7E6150E2B5F}" type="pres">
      <dgm:prSet presAssocID="{2927BCAB-FBDA-45FE-8090-F6B1CE174232}" presName="root" presStyleCnt="0">
        <dgm:presLayoutVars>
          <dgm:dir/>
          <dgm:resizeHandles val="exact"/>
        </dgm:presLayoutVars>
      </dgm:prSet>
      <dgm:spPr/>
    </dgm:pt>
    <dgm:pt modelId="{36B569FA-BBAB-4984-8EE7-E9DC6B596C3F}" type="pres">
      <dgm:prSet presAssocID="{E7F16586-216D-4AC4-B789-FF595C65735D}" presName="compNode" presStyleCnt="0"/>
      <dgm:spPr/>
    </dgm:pt>
    <dgm:pt modelId="{B84BFCA9-476A-45B2-BB8C-CC84652CD38B}" type="pres">
      <dgm:prSet presAssocID="{E7F16586-216D-4AC4-B789-FF595C6573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015B1675-3364-4A99-9BFC-990B5DC51DBD}" type="pres">
      <dgm:prSet presAssocID="{E7F16586-216D-4AC4-B789-FF595C65735D}" presName="spaceRect" presStyleCnt="0"/>
      <dgm:spPr/>
    </dgm:pt>
    <dgm:pt modelId="{E0549EDB-82B0-4666-8863-9805A2F97A0A}" type="pres">
      <dgm:prSet presAssocID="{E7F16586-216D-4AC4-B789-FF595C65735D}" presName="textRect" presStyleLbl="revTx" presStyleIdx="0" presStyleCnt="3">
        <dgm:presLayoutVars>
          <dgm:chMax val="1"/>
          <dgm:chPref val="1"/>
        </dgm:presLayoutVars>
      </dgm:prSet>
      <dgm:spPr/>
    </dgm:pt>
    <dgm:pt modelId="{C8EC031C-5CAC-4B88-8B60-722234B98DA0}" type="pres">
      <dgm:prSet presAssocID="{079B1E15-542D-4B30-A1D8-375D7910E90E}" presName="sibTrans" presStyleCnt="0"/>
      <dgm:spPr/>
    </dgm:pt>
    <dgm:pt modelId="{BC4EBE8C-1102-4E7D-B0D7-B1AD39B2D06D}" type="pres">
      <dgm:prSet presAssocID="{DCD92DDB-BCE2-41BA-A3C5-ABFD507D6889}" presName="compNode" presStyleCnt="0"/>
      <dgm:spPr/>
    </dgm:pt>
    <dgm:pt modelId="{B4EAD844-1C9C-4C2F-9034-B18E974C61F6}" type="pres">
      <dgm:prSet presAssocID="{DCD92DDB-BCE2-41BA-A3C5-ABFD507D688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FC665B-D5AB-4D73-9393-CDCDCFF38A2D}" type="pres">
      <dgm:prSet presAssocID="{DCD92DDB-BCE2-41BA-A3C5-ABFD507D6889}" presName="spaceRect" presStyleCnt="0"/>
      <dgm:spPr/>
    </dgm:pt>
    <dgm:pt modelId="{4295508D-89D2-4F44-9E5F-17A8A61C2E23}" type="pres">
      <dgm:prSet presAssocID="{DCD92DDB-BCE2-41BA-A3C5-ABFD507D6889}" presName="textRect" presStyleLbl="revTx" presStyleIdx="1" presStyleCnt="3">
        <dgm:presLayoutVars>
          <dgm:chMax val="1"/>
          <dgm:chPref val="1"/>
        </dgm:presLayoutVars>
      </dgm:prSet>
      <dgm:spPr/>
    </dgm:pt>
    <dgm:pt modelId="{6833C36E-6EFE-4A4A-8A8B-A8965AD4A4D0}" type="pres">
      <dgm:prSet presAssocID="{6B3E73C4-282A-4234-A08C-F6E2BC2C71E2}" presName="sibTrans" presStyleCnt="0"/>
      <dgm:spPr/>
    </dgm:pt>
    <dgm:pt modelId="{31709AB5-06E0-4574-8671-4C6B70744270}" type="pres">
      <dgm:prSet presAssocID="{600F4A43-6602-436D-9EF0-E8A68CD0B3B4}" presName="compNode" presStyleCnt="0"/>
      <dgm:spPr/>
    </dgm:pt>
    <dgm:pt modelId="{F3262C6B-2255-4D44-ACFC-45B4F6775B17}" type="pres">
      <dgm:prSet presAssocID="{600F4A43-6602-436D-9EF0-E8A68CD0B3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870864-FB6C-4DC8-A632-9858BD2677B0}" type="pres">
      <dgm:prSet presAssocID="{600F4A43-6602-436D-9EF0-E8A68CD0B3B4}" presName="spaceRect" presStyleCnt="0"/>
      <dgm:spPr/>
    </dgm:pt>
    <dgm:pt modelId="{79C103EC-B2F0-46A6-8D96-93BACC726D94}" type="pres">
      <dgm:prSet presAssocID="{600F4A43-6602-436D-9EF0-E8A68CD0B3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701530-7214-45BA-8980-2D7D44D32CA5}" srcId="{2927BCAB-FBDA-45FE-8090-F6B1CE174232}" destId="{E7F16586-216D-4AC4-B789-FF595C65735D}" srcOrd="0" destOrd="0" parTransId="{132E0BA4-DE85-43DB-994A-5D34013E57B3}" sibTransId="{079B1E15-542D-4B30-A1D8-375D7910E90E}"/>
    <dgm:cxn modelId="{A05A9332-A482-4986-B2A3-A2BCC2C18683}" type="presOf" srcId="{DCD92DDB-BCE2-41BA-A3C5-ABFD507D6889}" destId="{4295508D-89D2-4F44-9E5F-17A8A61C2E23}" srcOrd="0" destOrd="0" presId="urn:microsoft.com/office/officeart/2018/2/layout/IconLabelList"/>
    <dgm:cxn modelId="{6B01BA38-AF56-461E-9290-FCFFB80A9D25}" type="presOf" srcId="{600F4A43-6602-436D-9EF0-E8A68CD0B3B4}" destId="{79C103EC-B2F0-46A6-8D96-93BACC726D94}" srcOrd="0" destOrd="0" presId="urn:microsoft.com/office/officeart/2018/2/layout/IconLabelList"/>
    <dgm:cxn modelId="{98B84A4D-E9C2-407B-91AB-873E957CACBA}" srcId="{2927BCAB-FBDA-45FE-8090-F6B1CE174232}" destId="{DCD92DDB-BCE2-41BA-A3C5-ABFD507D6889}" srcOrd="1" destOrd="0" parTransId="{F0EFF8AC-ED1F-4219-B35E-F496EF2A9BBC}" sibTransId="{6B3E73C4-282A-4234-A08C-F6E2BC2C71E2}"/>
    <dgm:cxn modelId="{033B9875-D6C3-4F1E-B6A1-DA5DD5120E61}" type="presOf" srcId="{2927BCAB-FBDA-45FE-8090-F6B1CE174232}" destId="{557D210F-E171-4570-B8D4-C7E6150E2B5F}" srcOrd="0" destOrd="0" presId="urn:microsoft.com/office/officeart/2018/2/layout/IconLabelList"/>
    <dgm:cxn modelId="{583FCC80-2702-411E-9587-DEFF87559904}" srcId="{2927BCAB-FBDA-45FE-8090-F6B1CE174232}" destId="{600F4A43-6602-436D-9EF0-E8A68CD0B3B4}" srcOrd="2" destOrd="0" parTransId="{4E723C72-A4CB-4F64-AA40-9D6DECE6D045}" sibTransId="{8119D52B-6E09-4561-B9FF-7F7705A32E2B}"/>
    <dgm:cxn modelId="{9844CDC6-3784-492E-A9FC-743452EFCBAB}" type="presOf" srcId="{E7F16586-216D-4AC4-B789-FF595C65735D}" destId="{E0549EDB-82B0-4666-8863-9805A2F97A0A}" srcOrd="0" destOrd="0" presId="urn:microsoft.com/office/officeart/2018/2/layout/IconLabelList"/>
    <dgm:cxn modelId="{DFC59BDA-1E10-454C-9563-D2983E8544BE}" type="presParOf" srcId="{557D210F-E171-4570-B8D4-C7E6150E2B5F}" destId="{36B569FA-BBAB-4984-8EE7-E9DC6B596C3F}" srcOrd="0" destOrd="0" presId="urn:microsoft.com/office/officeart/2018/2/layout/IconLabelList"/>
    <dgm:cxn modelId="{D3D4A318-467A-4839-B487-ACD9D9586B36}" type="presParOf" srcId="{36B569FA-BBAB-4984-8EE7-E9DC6B596C3F}" destId="{B84BFCA9-476A-45B2-BB8C-CC84652CD38B}" srcOrd="0" destOrd="0" presId="urn:microsoft.com/office/officeart/2018/2/layout/IconLabelList"/>
    <dgm:cxn modelId="{A32300E2-6C0B-490F-AF01-4F0185251F25}" type="presParOf" srcId="{36B569FA-BBAB-4984-8EE7-E9DC6B596C3F}" destId="{015B1675-3364-4A99-9BFC-990B5DC51DBD}" srcOrd="1" destOrd="0" presId="urn:microsoft.com/office/officeart/2018/2/layout/IconLabelList"/>
    <dgm:cxn modelId="{CDD3A3CA-2D6A-49F0-B465-036D86252BAE}" type="presParOf" srcId="{36B569FA-BBAB-4984-8EE7-E9DC6B596C3F}" destId="{E0549EDB-82B0-4666-8863-9805A2F97A0A}" srcOrd="2" destOrd="0" presId="urn:microsoft.com/office/officeart/2018/2/layout/IconLabelList"/>
    <dgm:cxn modelId="{E9EA8D6D-0840-49E9-824C-EC07849796FA}" type="presParOf" srcId="{557D210F-E171-4570-B8D4-C7E6150E2B5F}" destId="{C8EC031C-5CAC-4B88-8B60-722234B98DA0}" srcOrd="1" destOrd="0" presId="urn:microsoft.com/office/officeart/2018/2/layout/IconLabelList"/>
    <dgm:cxn modelId="{D6377D52-6CE4-49F9-A267-8FB5B8B8B6E2}" type="presParOf" srcId="{557D210F-E171-4570-B8D4-C7E6150E2B5F}" destId="{BC4EBE8C-1102-4E7D-B0D7-B1AD39B2D06D}" srcOrd="2" destOrd="0" presId="urn:microsoft.com/office/officeart/2018/2/layout/IconLabelList"/>
    <dgm:cxn modelId="{6DEE31DF-296B-44EE-9B86-9693E6DBBB44}" type="presParOf" srcId="{BC4EBE8C-1102-4E7D-B0D7-B1AD39B2D06D}" destId="{B4EAD844-1C9C-4C2F-9034-B18E974C61F6}" srcOrd="0" destOrd="0" presId="urn:microsoft.com/office/officeart/2018/2/layout/IconLabelList"/>
    <dgm:cxn modelId="{5540F3AD-4C41-4ABF-8203-5EF295AE7BBF}" type="presParOf" srcId="{BC4EBE8C-1102-4E7D-B0D7-B1AD39B2D06D}" destId="{06FC665B-D5AB-4D73-9393-CDCDCFF38A2D}" srcOrd="1" destOrd="0" presId="urn:microsoft.com/office/officeart/2018/2/layout/IconLabelList"/>
    <dgm:cxn modelId="{9903F12E-CE1F-4CE4-A2E6-6E5521325D7B}" type="presParOf" srcId="{BC4EBE8C-1102-4E7D-B0D7-B1AD39B2D06D}" destId="{4295508D-89D2-4F44-9E5F-17A8A61C2E23}" srcOrd="2" destOrd="0" presId="urn:microsoft.com/office/officeart/2018/2/layout/IconLabelList"/>
    <dgm:cxn modelId="{6ABA8000-943A-42C5-A1C2-AFBA52488ACE}" type="presParOf" srcId="{557D210F-E171-4570-B8D4-C7E6150E2B5F}" destId="{6833C36E-6EFE-4A4A-8A8B-A8965AD4A4D0}" srcOrd="3" destOrd="0" presId="urn:microsoft.com/office/officeart/2018/2/layout/IconLabelList"/>
    <dgm:cxn modelId="{B29F0B6B-0E05-42A3-92EF-9DD5DA13E3BA}" type="presParOf" srcId="{557D210F-E171-4570-B8D4-C7E6150E2B5F}" destId="{31709AB5-06E0-4574-8671-4C6B70744270}" srcOrd="4" destOrd="0" presId="urn:microsoft.com/office/officeart/2018/2/layout/IconLabelList"/>
    <dgm:cxn modelId="{4A91B9D7-520E-4ED2-8D14-75FCCC040154}" type="presParOf" srcId="{31709AB5-06E0-4574-8671-4C6B70744270}" destId="{F3262C6B-2255-4D44-ACFC-45B4F6775B17}" srcOrd="0" destOrd="0" presId="urn:microsoft.com/office/officeart/2018/2/layout/IconLabelList"/>
    <dgm:cxn modelId="{0CBAB847-039B-454A-AE43-3233A1F8E9B2}" type="presParOf" srcId="{31709AB5-06E0-4574-8671-4C6B70744270}" destId="{79870864-FB6C-4DC8-A632-9858BD2677B0}" srcOrd="1" destOrd="0" presId="urn:microsoft.com/office/officeart/2018/2/layout/IconLabelList"/>
    <dgm:cxn modelId="{754B993A-BA70-474B-BDF4-44EE90AFEE49}" type="presParOf" srcId="{31709AB5-06E0-4574-8671-4C6B70744270}" destId="{79C103EC-B2F0-46A6-8D96-93BACC726D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76639-9F32-4216-9CE9-1C91F895F28A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6FACE-DA17-4C60-AC4C-2C1D7DBA121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86CFC-472A-4825-BF7E-1D88C3F047EF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 a full-stack e-commerce grocery application.</a:t>
          </a:r>
        </a:p>
      </dsp:txBody>
      <dsp:txXfrm>
        <a:off x="1437631" y="531"/>
        <a:ext cx="6449068" cy="1244702"/>
      </dsp:txXfrm>
    </dsp:sp>
    <dsp:sp modelId="{5565C3BD-239D-40A8-8C4C-A92EC96BBD4F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398C6-1933-49DB-9257-799E3B84404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1E0A-5578-42DB-BF66-8ADBF06E4291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 secure authentication, product browsing, cart management, and checkout.</a:t>
          </a:r>
        </a:p>
      </dsp:txBody>
      <dsp:txXfrm>
        <a:off x="1437631" y="1556410"/>
        <a:ext cx="6449068" cy="1244702"/>
      </dsp:txXfrm>
    </dsp:sp>
    <dsp:sp modelId="{B64EEE45-F350-4052-8D3E-EE887F3DD722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F3561-5F30-417C-9D11-0546964D89D5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1634C-E12C-424F-95B5-C95B5DE3E145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Validate APIs using Insomnia test collections (Required + Optional).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DFEF0-73DF-4EB7-BBE8-12F93547B69F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3B259A-E4E0-4DF4-B61C-6C04015064CC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C9644-5082-4CFE-AFC6-7DC8D09BD06F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grocery store represents a realistic e-commerce use case.</a:t>
          </a:r>
        </a:p>
      </dsp:txBody>
      <dsp:txXfrm>
        <a:off x="1437631" y="531"/>
        <a:ext cx="6449068" cy="1244702"/>
      </dsp:txXfrm>
    </dsp:sp>
    <dsp:sp modelId="{FA9A0399-A085-438C-8F37-44B03FB82A39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80CAB-8CA2-4D61-91AE-900E10A7F703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9FED8-F2E9-45CB-BD4E-8DF360378AF3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requires categories, product search/filtering, user accounts, and cart/checkout flows.</a:t>
          </a:r>
        </a:p>
      </dsp:txBody>
      <dsp:txXfrm>
        <a:off x="1437631" y="1556410"/>
        <a:ext cx="6449068" cy="1244702"/>
      </dsp:txXfrm>
    </dsp:sp>
    <dsp:sp modelId="{D4647DCE-8FC8-489E-90FC-B80062626AAB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73624-DD98-48B1-AD72-55530D9BB550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D9D7F-2BA9-49EC-B5C9-9790D46AB2B6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is suitable for demonstrating full-stack and API design skills.</a:t>
          </a:r>
        </a:p>
      </dsp:txBody>
      <dsp:txXfrm>
        <a:off x="1437631" y="3112289"/>
        <a:ext cx="64490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D5AB8-9055-4D7C-B63E-B206A2B7C074}">
      <dsp:nvSpPr>
        <dsp:cNvPr id="0" name=""/>
        <dsp:cNvSpPr/>
      </dsp:nvSpPr>
      <dsp:spPr>
        <a:xfrm>
          <a:off x="341986" y="1223571"/>
          <a:ext cx="1061542" cy="106154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2A96F-9F78-4B6D-B6AA-F312C9A459CF}">
      <dsp:nvSpPr>
        <dsp:cNvPr id="0" name=""/>
        <dsp:cNvSpPr/>
      </dsp:nvSpPr>
      <dsp:spPr>
        <a:xfrm>
          <a:off x="568216" y="1449801"/>
          <a:ext cx="609082" cy="609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0DBC8-B6A9-49C3-97EB-9806E13E2DD4}">
      <dsp:nvSpPr>
        <dsp:cNvPr id="0" name=""/>
        <dsp:cNvSpPr/>
      </dsp:nvSpPr>
      <dsp:spPr>
        <a:xfrm>
          <a:off x="2640" y="2615758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Frontend: HTML/CSS/JavaScript web client</a:t>
          </a:r>
        </a:p>
      </dsp:txBody>
      <dsp:txXfrm>
        <a:off x="2640" y="2615758"/>
        <a:ext cx="1740234" cy="696093"/>
      </dsp:txXfrm>
    </dsp:sp>
    <dsp:sp modelId="{3EBC681B-C698-4A15-A483-3B37DD5E2FB9}">
      <dsp:nvSpPr>
        <dsp:cNvPr id="0" name=""/>
        <dsp:cNvSpPr/>
      </dsp:nvSpPr>
      <dsp:spPr>
        <a:xfrm>
          <a:off x="2386761" y="1223571"/>
          <a:ext cx="1061542" cy="106154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2CE5B-06D9-4C3D-9AFC-02F88656BCF9}">
      <dsp:nvSpPr>
        <dsp:cNvPr id="0" name=""/>
        <dsp:cNvSpPr/>
      </dsp:nvSpPr>
      <dsp:spPr>
        <a:xfrm>
          <a:off x="2612992" y="1449801"/>
          <a:ext cx="609082" cy="609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FC2BD-7BDD-4C53-927B-A37D73C2D4A3}">
      <dsp:nvSpPr>
        <dsp:cNvPr id="0" name=""/>
        <dsp:cNvSpPr/>
      </dsp:nvSpPr>
      <dsp:spPr>
        <a:xfrm>
          <a:off x="2047416" y="2615758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Backend: Spring Boot REST API (Java)</a:t>
          </a:r>
        </a:p>
      </dsp:txBody>
      <dsp:txXfrm>
        <a:off x="2047416" y="2615758"/>
        <a:ext cx="1740234" cy="696093"/>
      </dsp:txXfrm>
    </dsp:sp>
    <dsp:sp modelId="{32D0C5E4-9E6D-44A0-84EE-08D9E9F82581}">
      <dsp:nvSpPr>
        <dsp:cNvPr id="0" name=""/>
        <dsp:cNvSpPr/>
      </dsp:nvSpPr>
      <dsp:spPr>
        <a:xfrm>
          <a:off x="4431537" y="1223571"/>
          <a:ext cx="1061542" cy="106154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D859C-4E57-46BE-BAC9-CA6581AA13E6}">
      <dsp:nvSpPr>
        <dsp:cNvPr id="0" name=""/>
        <dsp:cNvSpPr/>
      </dsp:nvSpPr>
      <dsp:spPr>
        <a:xfrm>
          <a:off x="4657767" y="1449801"/>
          <a:ext cx="609082" cy="6090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F7B9A-E108-45D1-B9C8-4A5F48E190B1}">
      <dsp:nvSpPr>
        <dsp:cNvPr id="0" name=""/>
        <dsp:cNvSpPr/>
      </dsp:nvSpPr>
      <dsp:spPr>
        <a:xfrm>
          <a:off x="4092191" y="2615758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Database: MySQL (groceryapp)</a:t>
          </a:r>
        </a:p>
      </dsp:txBody>
      <dsp:txXfrm>
        <a:off x="4092191" y="2615758"/>
        <a:ext cx="1740234" cy="696093"/>
      </dsp:txXfrm>
    </dsp:sp>
    <dsp:sp modelId="{AAFC9445-840B-4B14-956C-F41AFB9CC4F9}">
      <dsp:nvSpPr>
        <dsp:cNvPr id="0" name=""/>
        <dsp:cNvSpPr/>
      </dsp:nvSpPr>
      <dsp:spPr>
        <a:xfrm>
          <a:off x="6476312" y="1223571"/>
          <a:ext cx="1061542" cy="106154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B1238-183F-45BF-B29A-C567F26E1EB8}">
      <dsp:nvSpPr>
        <dsp:cNvPr id="0" name=""/>
        <dsp:cNvSpPr/>
      </dsp:nvSpPr>
      <dsp:spPr>
        <a:xfrm>
          <a:off x="6702543" y="1449801"/>
          <a:ext cx="609082" cy="6090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8F06E-9ED8-44F3-ABAE-4433C6872559}">
      <dsp:nvSpPr>
        <dsp:cNvPr id="0" name=""/>
        <dsp:cNvSpPr/>
      </dsp:nvSpPr>
      <dsp:spPr>
        <a:xfrm>
          <a:off x="6136966" y="2615758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Security: JWT authentication with role-based authorization</a:t>
          </a:r>
        </a:p>
      </dsp:txBody>
      <dsp:txXfrm>
        <a:off x="6136966" y="2615758"/>
        <a:ext cx="1740234" cy="6960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587DE-B60F-494B-9649-D77B5F707E6A}">
      <dsp:nvSpPr>
        <dsp:cNvPr id="0" name=""/>
        <dsp:cNvSpPr/>
      </dsp:nvSpPr>
      <dsp:spPr>
        <a:xfrm>
          <a:off x="4639007" y="1163456"/>
          <a:ext cx="2208510" cy="2208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Required: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Category endpoints implemented (CRUD + list products by category)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Product search bug fixes (category, min/max price, subcategory)</a:t>
          </a:r>
        </a:p>
      </dsp:txBody>
      <dsp:txXfrm>
        <a:off x="4639007" y="1163456"/>
        <a:ext cx="2208510" cy="2208510"/>
      </dsp:txXfrm>
    </dsp:sp>
    <dsp:sp modelId="{291110F1-CF63-4879-93FF-F7A4226FB0BE}">
      <dsp:nvSpPr>
        <dsp:cNvPr id="0" name=""/>
        <dsp:cNvSpPr/>
      </dsp:nvSpPr>
      <dsp:spPr>
        <a:xfrm>
          <a:off x="1670031" y="-2177"/>
          <a:ext cx="4539778" cy="4539778"/>
        </a:xfrm>
        <a:prstGeom prst="circularArrow">
          <a:avLst>
            <a:gd name="adj1" fmla="val 9486"/>
            <a:gd name="adj2" fmla="val 685280"/>
            <a:gd name="adj3" fmla="val 7849194"/>
            <a:gd name="adj4" fmla="val 2265526"/>
            <a:gd name="adj5" fmla="val 1106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CD469-38AE-4418-A2AB-DA4ED49AC0CB}">
      <dsp:nvSpPr>
        <dsp:cNvPr id="0" name=""/>
        <dsp:cNvSpPr/>
      </dsp:nvSpPr>
      <dsp:spPr>
        <a:xfrm>
          <a:off x="1032324" y="1163456"/>
          <a:ext cx="2208510" cy="2208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Optional Implemented: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Shopping cart endpoints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User profile endpoints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Checkout / order creation endpoint</a:t>
          </a:r>
        </a:p>
      </dsp:txBody>
      <dsp:txXfrm>
        <a:off x="1032324" y="1163456"/>
        <a:ext cx="2208510" cy="2208510"/>
      </dsp:txXfrm>
    </dsp:sp>
    <dsp:sp modelId="{D1ED0A23-B042-4B16-A599-9C4020C45119}">
      <dsp:nvSpPr>
        <dsp:cNvPr id="0" name=""/>
        <dsp:cNvSpPr/>
      </dsp:nvSpPr>
      <dsp:spPr>
        <a:xfrm>
          <a:off x="1670031" y="-2177"/>
          <a:ext cx="4539778" cy="4539778"/>
        </a:xfrm>
        <a:prstGeom prst="circularArrow">
          <a:avLst>
            <a:gd name="adj1" fmla="val 9486"/>
            <a:gd name="adj2" fmla="val 685280"/>
            <a:gd name="adj3" fmla="val 18649194"/>
            <a:gd name="adj4" fmla="val 13065526"/>
            <a:gd name="adj5" fmla="val 1106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2175E-CBA7-4092-BE3D-A0DBD0AC98A9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Result: All tests passed successfully (23/23 total across collections).</a:t>
          </a:r>
        </a:p>
      </dsp:txBody>
      <dsp:txXfrm>
        <a:off x="0" y="4105454"/>
        <a:ext cx="5000124" cy="1347501"/>
      </dsp:txXfrm>
    </dsp:sp>
    <dsp:sp modelId="{F700EE0A-2D7F-4BBE-A45D-979E06E3C66D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Executed test suites for required and optional endpoints.</a:t>
          </a:r>
        </a:p>
      </dsp:txBody>
      <dsp:txXfrm rot="10800000">
        <a:off x="0" y="2053209"/>
        <a:ext cx="5000124" cy="1346620"/>
      </dsp:txXfrm>
    </dsp:sp>
    <dsp:sp modelId="{697AA4BA-B1A2-4182-8D28-8A924BE9D146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Imported the provided Insomnia collections.</a:t>
          </a:r>
        </a:p>
      </dsp:txBody>
      <dsp:txXfrm rot="10800000">
        <a:off x="0" y="964"/>
        <a:ext cx="5000124" cy="13466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92C5D-DD90-45BE-B1F6-D731AE7A8CA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D8E89C-D5F5-4438-B54A-116A476E09F7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JWT authentication and authorization configuration.</a:t>
          </a:r>
        </a:p>
      </dsp:txBody>
      <dsp:txXfrm>
        <a:off x="0" y="2663"/>
        <a:ext cx="5000124" cy="1816197"/>
      </dsp:txXfrm>
    </dsp:sp>
    <dsp:sp modelId="{53D800DF-4A96-4954-BCCA-C17F9469A5C0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81D2D4-9179-4138-9DFE-65D2EEF9CB06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Correct HTTP status codes for create/delete endpoints (201/204).</a:t>
          </a:r>
        </a:p>
      </dsp:txBody>
      <dsp:txXfrm>
        <a:off x="0" y="1818861"/>
        <a:ext cx="5000124" cy="1816197"/>
      </dsp:txXfrm>
    </dsp:sp>
    <dsp:sp modelId="{0D9AC671-7D2B-4817-982A-40A7C6CD86B3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5EEAA7-61AE-429D-8550-A00F89AD96AA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Ensuring consistent test execution order and database state during testing.</a:t>
          </a:r>
        </a:p>
      </dsp:txBody>
      <dsp:txXfrm>
        <a:off x="0" y="3635058"/>
        <a:ext cx="5000124" cy="18161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8A801-F53D-4712-B0EB-73390B810A15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615E-4300-4CE6-9521-5DD1291F1967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F31C1-AC07-464C-A62A-07C05D654457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REST API design and implementation using Spring Boot.</a:t>
          </a:r>
        </a:p>
      </dsp:txBody>
      <dsp:txXfrm>
        <a:off x="1330115" y="659889"/>
        <a:ext cx="2546008" cy="1080124"/>
      </dsp:txXfrm>
    </dsp:sp>
    <dsp:sp modelId="{94CBB65C-40B8-4C7B-B537-C313C20D7EEC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5E20C-9850-465E-AEC1-9FE55B172EFA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D272-D164-45E9-8FBC-EBB343C5D8F1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Secure authentication using JWT.</a:t>
          </a:r>
        </a:p>
      </dsp:txBody>
      <dsp:txXfrm>
        <a:off x="5631327" y="659889"/>
        <a:ext cx="2546008" cy="1080124"/>
      </dsp:txXfrm>
    </dsp:sp>
    <dsp:sp modelId="{87341D2C-6FB6-4D17-A75F-42ED7C55F643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FF685-C432-44AE-A671-170A2BD6E9E7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5ECEF-A4EB-4387-8EBC-6EA098EEF1DF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MySQL database integration and DAO pattern usage.</a:t>
          </a:r>
        </a:p>
      </dsp:txBody>
      <dsp:txXfrm>
        <a:off x="1330115" y="2452790"/>
        <a:ext cx="2546008" cy="1080124"/>
      </dsp:txXfrm>
    </dsp:sp>
    <dsp:sp modelId="{2C17F76F-D99F-4436-A686-5C921DA80ACB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8A585-76BA-47AC-B04C-043EF288829E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16FB5-67B9-4F0F-823D-124B57F1904A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System validation through automated API tests in Insomnia.</a:t>
          </a:r>
        </a:p>
      </dsp:txBody>
      <dsp:txXfrm>
        <a:off x="5631327" y="2452790"/>
        <a:ext cx="2546008" cy="10801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BFCA9-476A-45B2-BB8C-CC84652CD38B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49EDB-82B0-4666-8863-9805A2F97A0A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application meets capstone requirements.</a:t>
          </a:r>
        </a:p>
      </dsp:txBody>
      <dsp:txXfrm>
        <a:off x="78583" y="2435142"/>
        <a:ext cx="2399612" cy="720000"/>
      </dsp:txXfrm>
    </dsp:sp>
    <dsp:sp modelId="{B4EAD844-1C9C-4C2F-9034-B18E974C61F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5508D-89D2-4F44-9E5F-17A8A61C2E23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Backend APIs and frontend integration work correctly.</a:t>
          </a:r>
        </a:p>
      </dsp:txBody>
      <dsp:txXfrm>
        <a:off x="2898129" y="2435142"/>
        <a:ext cx="2399612" cy="720000"/>
      </dsp:txXfrm>
    </dsp:sp>
    <dsp:sp modelId="{F3262C6B-2255-4D44-ACFC-45B4F6775B17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103EC-B2F0-46A6-8D96-93BACC726D9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provided Insomnia tests pass successfully.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ruits and vegetables in bags">
            <a:extLst>
              <a:ext uri="{FF2B5EF4-FFF2-40B4-BE49-F238E27FC236}">
                <a16:creationId xmlns:a16="http://schemas.microsoft.com/office/drawing/2014/main" id="{606A1B0A-146C-8C32-41BD-2D9690F7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6" r="1" b="1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Grocery Store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5737867"/>
            <a:ext cx="5956785" cy="6184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1800"/>
            </a:pPr>
            <a:r>
              <a:rPr lang="en-US" sz="1700" dirty="0">
                <a:solidFill>
                  <a:srgbClr val="FFFFFF"/>
                </a:solidFill>
              </a:rPr>
              <a:t>Presented By: Najib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2C1514-678F-4910-EB09-282BAFD0D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61961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Why Grocery Store Domain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20AFEE-C508-4480-1119-52226432B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48453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4EEF40-680C-AA0C-3327-5ECAEA14F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105533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Requirements vs Implementation (Summary)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147423-1620-E4E2-F900-3D52353F1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581592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API Testing (Insomnia)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596E52A1-242E-5CC2-FE43-272C838ED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81885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2F9785-B793-1284-D2E5-1F9BC35F3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8614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Learning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0763AF-4862-C810-AAF9-4C3E2F3F1F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4985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6B6F493-7317-7607-CD1A-C6E23659F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73962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1: Grocery Database Creation Script (MySQL Workbench)</a:t>
            </a:r>
          </a:p>
        </p:txBody>
      </p:sp>
      <p:pic>
        <p:nvPicPr>
          <p:cNvPr id="3" name="Picture 2" descr="8bc760c6-97be-4752-b986-920933366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652534"/>
            <a:ext cx="8495662" cy="307967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2: Users Table Showing Registered Users and Roles</a:t>
            </a:r>
          </a:p>
        </p:txBody>
      </p:sp>
      <p:pic>
        <p:nvPicPr>
          <p:cNvPr id="3" name="Picture 2" descr="8a9d34b6-ea7a-422a-b43d-7b7cb6f1ed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79" y="390832"/>
            <a:ext cx="7825306" cy="451911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3: Website Home Page Showing Products Loaded from Backend</a:t>
            </a:r>
          </a:p>
        </p:txBody>
      </p:sp>
      <p:pic>
        <p:nvPicPr>
          <p:cNvPr id="3" name="Picture 2" descr="3e12ca38-3e31-4f96-a839-93cf7e605d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1972881"/>
            <a:ext cx="8495662" cy="4438983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4: Website Filters Working (Category and Price Filters)</a:t>
            </a:r>
          </a:p>
        </p:txBody>
      </p:sp>
      <p:pic>
        <p:nvPicPr>
          <p:cNvPr id="3" name="Picture 2" descr="27e64608-6cd8-4a55-af22-ee39ccd19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632669"/>
            <a:ext cx="8495662" cy="4035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5: Insomnia Register Request and Response (Example Run)</a:t>
            </a:r>
          </a:p>
        </p:txBody>
      </p:sp>
      <p:pic>
        <p:nvPicPr>
          <p:cNvPr id="3" name="Picture 2" descr="f76cb40c-7ad9-41ea-ab0b-8a48559c7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76" y="1966293"/>
            <a:ext cx="5582646" cy="445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6: Insomnia Required API Test Suite Results (All Passed)</a:t>
            </a:r>
          </a:p>
        </p:txBody>
      </p:sp>
      <p:pic>
        <p:nvPicPr>
          <p:cNvPr id="3" name="Picture 2" descr="c1bbd39b-f65c-42ef-8896-be607d78b9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505234"/>
            <a:ext cx="8495662" cy="4290310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Figure 7: Insomnia Optional API Test Suite Results (All Passed)</a:t>
            </a:r>
          </a:p>
        </p:txBody>
      </p:sp>
      <p:pic>
        <p:nvPicPr>
          <p:cNvPr id="3" name="Picture 2" descr="392ad746-6dff-490d-bda9-b63ec1552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1972881"/>
            <a:ext cx="8495662" cy="4438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7501" cy="4570886"/>
            <a:chOff x="0" y="0"/>
            <a:chExt cx="12196668" cy="45708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B16F61-140B-0C2C-5CB3-6B404DE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470" y="2568599"/>
            <a:ext cx="6013239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33BFB58-AEE2-C58D-0D36-1C497A86E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767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64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368</Words>
  <Application>Microsoft Macintosh PowerPoint</Application>
  <PresentationFormat>On-screen Show (4:3)</PresentationFormat>
  <Paragraphs>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Grocery Store Web Application</vt:lpstr>
      <vt:lpstr>Objective</vt:lpstr>
      <vt:lpstr>Why Grocery Store Domain</vt:lpstr>
      <vt:lpstr>System Architecture</vt:lpstr>
      <vt:lpstr>Requirements vs Implementation (Summary)</vt:lpstr>
      <vt:lpstr>API Testing (Insomnia)</vt:lpstr>
      <vt:lpstr>Key Challenges</vt:lpstr>
      <vt:lpstr>Learning Outcomes</vt:lpstr>
      <vt:lpstr>Conclusion</vt:lpstr>
      <vt:lpstr>Figure 1: Grocery Database Creation Script (MySQL Workbench)</vt:lpstr>
      <vt:lpstr>Figure 2: Users Table Showing Registered Users and Roles</vt:lpstr>
      <vt:lpstr>Figure 3: Website Home Page Showing Products Loaded from Backend</vt:lpstr>
      <vt:lpstr>Figure 4: Website Filters Working (Category and Price Filters)</vt:lpstr>
      <vt:lpstr>Figure 5: Insomnia Register Request and Response (Example Run)</vt:lpstr>
      <vt:lpstr>Figure 6: Insomnia Required API Test Suite Results (All Passed)</vt:lpstr>
      <vt:lpstr>Figure 7: Insomnia Optional API Test Suite Results (All Passed)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najib hassan</cp:lastModifiedBy>
  <cp:revision>3</cp:revision>
  <dcterms:created xsi:type="dcterms:W3CDTF">2013-01-27T09:14:16Z</dcterms:created>
  <dcterms:modified xsi:type="dcterms:W3CDTF">2025-12-19T18:20:58Z</dcterms:modified>
  <cp:category/>
</cp:coreProperties>
</file>